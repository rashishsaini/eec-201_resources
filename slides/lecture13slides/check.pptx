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6" r:id="rId3"/>
    <p:sldId id="271" r:id="rId4"/>
    <p:sldId id="27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1" autoAdjust="0"/>
    <p:restoredTop sz="94660"/>
  </p:normalViewPr>
  <p:slideViewPr>
    <p:cSldViewPr snapToGrid="0">
      <p:cViewPr varScale="1">
        <p:scale>
          <a:sx n="69" d="100"/>
          <a:sy n="69" d="100"/>
        </p:scale>
        <p:origin x="6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06.2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56 775 0 0,'0'-2'54'0'0,"0"-28"596"0"0,0 28-411 0 0,0 0 61 0 0,0-17 16976 0 0,5 30-17027 0 0,4 15 37 0 0,0 1 0 0 0,-1 0-1 0 0,-2 0 1 0 0,-1 0 0 0 0,-1 1-1 0 0,1 38 1 0 0,3 210 18 0 0,-8-121-64 0 0,5-92-85 0 0,0-14-134 0 0,-4 107-21 0 0,-2-76 0 0 0,1-66 30 0 0,0 1 50 0 0,0 1 1 0 0,-2 0 0 0 0,-4 24-1 0 0,6-39 113 0 0,-7 27 495 0 0,-1-8-240 0 0,7-19 454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07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0 121 1583 0 0,'0'0'167'0'0,"0"-2"128"0"0,6-45 17685 0 0,-4 46-17920 0 0,45-5-73 0 0,1 1 0 0 0,74 3 0 0 0,-33 2-2 0 0,6-6-55 0 0,129-23-1 0 0,-171 20 6 0 0,106-4-1 0 0,-147 13 66 0 0,-2 2 16 0 0,-8-2 143 0 0,-1 0-130 0 0,-1 0-1 0 0,1 1 1 0 0,-1-1 0 0 0,1 0-1 0 0,-1 1 1 0 0,0-1 0 0 0,1 0-1 0 0,-1 1 1 0 0,1-1 0 0 0,-1 1-1 0 0,0-1 1 0 0,1 0 0 0 0,-1 1 0 0 0,0-1-1 0 0,1 1 1 0 0,-1-1 0 0 0,0 1-1 0 0,0-1 1 0 0,0 1 0 0 0,1-1-1 0 0,-1 1 1 0 0,0 0 0 0 0,0-1-1 0 0,0 1 1 0 0,0-1 0 0 0,0 1-1 0 0,0-1 1 0 0,0 2 0 0 0,0 0-373 0 0,-3 6-1772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08.2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32 3079 0 0,'0'0'7736'0'0,"-8"-5"-913"0"0,23 0-6848 0 0,0 1 1 0 0,1 1-1 0 0,-1 1 1 0 0,1 0-1 0 0,-1 0 1 0 0,1 2-1 0 0,17 1 1 0 0,-11-1 16 0 0,183-10-275 0 0,-195 10 283 0 0,0 0 11 0 0,-8 0 2041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09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0 1583 0 0,'0'0'19214'0'0,"0"9"-19124"0"0,-2 8-112 0 0,0 1 106 0 0,0-1-1 0 0,1 1 1 0 0,3 33-1 0 0,22 87-273 0 0,3 21 156 0 0,-26-142 34 0 0,0 0 0 0 0,-1 0 0 0 0,-3 25 0 0 0,1-34 0 0 0,-1 0 11 0 0,3-7 82 0 0,-10-4-790 0 0,3-1-370 0 0,-1-2-3753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10.3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8 2527 0 0,'0'0'4524'0'0,"-5"-6"-3806"0"0,2 5 3582 0 0,2 2-4298 0 0,-1 0-1 0 0,0 0 1 0 0,0 0 0 0 0,1 0 0 0 0,-1 1 0 0 0,1-1 0 0 0,-1 0-1 0 0,1 1 1 0 0,-1 0 0 0 0,1-1 0 0 0,0 1 0 0 0,0 0 0 0 0,0-1 0 0 0,0 1-1 0 0,0 0 1 0 0,0 0 0 0 0,0 0 0 0 0,0 3 0 0 0,1-4-3 0 0,-4 8-27 0 0,-1 4-74 0 0,4 18 27 0 0,1-25 75 0 0,0-3 53 0 0,0 3 4714 0 0,-2-38-3156 0 0,2 31-1526 0 0,-1 1-76 0 0,1-3 115 0 0,3-9-40 0 0,-3 11-84 0 0,1-5 12 0 0,0 4 23 0 0,8 2-2528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11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1583 0 0,'0'0'464'0'0,"0"-10"1786"0"0,1-4 3253 0 0,2 26-604 0 0,3 14-4333 0 0,9 33-120 0 0,-5-16-278 0 0,10 44-108 0 0,15 147 0 0 0,-34-185-215 0 0,-1-33 54 0 0,1 0 1 0 0,2 16-1 0 0,2-15-602 0 0,-5-16 454 0 0,1-3-1143 0 0,3-3 1364 0 0,0-1 1 0 0,0-1-1 0 0,-1 1 1 0 0,0 0-1 0 0,0-1 1 0 0,-1 1-1 0 0,0-1 1 0 0,2-12-1 0 0,6-63 736 0 0,-7 41-643 0 0,-2 24-37 0 0,0 12-23 0 0,-1-1 0 0 0,1 1 0 0 0,-1 0-1 0 0,1 0 1 0 0,1 0 0 0 0,-1 0 0 0 0,1 1 0 0 0,0-1-1 0 0,3-7 1 0 0,64-121-82 0 0,-34 64 194 0 0,-32 64-117 0 0,0 1 0 0 0,0-1 0 0 0,0 1 0 0 0,0 0 0 0 0,1 0 0 0 0,0 0 0 0 0,0 0 0 0 0,5-4 0 0 0,-7 7 0 0 0,14-13-5 0 0,-7 8-34 0 0,-1 2 19 0 0,24-11 10 0 0,-14 9-29 0 0,1 4 88 0 0,-10-1-49 0 0,-7 2 0 0 0,0 1 0 0 0,1-1 0 0 0,-1 1 0 0 0,1-1 0 0 0,-1 1 0 0 0,1 0 0 0 0,-1 0 0 0 0,1 0 0 0 0,-1 0 0 0 0,1 0 0 0 0,-1 1 0 0 0,5 0 0 0 0,-4-1 1 0 0,-2 0-1 0 0,0 0 1 0 0,0 1 0 0 0,0-1-1 0 0,0 0 1 0 0,0 0 0 0 0,-1 0-1 0 0,1 1 1 0 0,0-1 0 0 0,0 1-1 0 0,0-1 1 0 0,0 1-1 0 0,0-1 1 0 0,0 1 0 0 0,-1-1-1 0 0,1 1 1 0 0,0 0 0 0 0,0 0-1 0 0,8 7 48 0 0,1 5 56 0 0,-10-8-41 0 0,0-2-4 0 0,13 35 686 0 0,-8-27-291 0 0,-1 1 1 0 0,3 14 0 0 0,-4-15-295 0 0,0-1 0 0 0,8 19 0 0 0,6 15 148 0 0,4 17 284 0 0,-17-41-521 0 0,-1-1 0 0 0,0 1 1 0 0,-2 0-1 0 0,-2 32 0 0 0,1-16 274 0 0,4 10-575 0 0,-4-44 187 0 0,3 2 22 0 0,9 19-3885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13.0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322 785 599 0 0,'16'-15'4771'0'0,"-15"1"-2082"0"0,-2 10-2266 0 0,0 1-1 0 0,0 0 0 0 0,0-1 0 0 0,-1 1 1 0 0,1 0-1 0 0,-1 0 0 0 0,0 0 0 0 0,0 0 1 0 0,0 0-1 0 0,0 1 0 0 0,0-1 0 0 0,-1 0 0 0 0,-5-3 1 0 0,-3-3 1017 0 0,-26-15 1 0 0,29 19-1103 0 0,6 4-1 0 0,-6-2 87 0 0,-2 2-249 0 0,8-1-140 0 0,-21-1 122 0 0,15 2-140 0 0,-32 2 51 0 0,33 0-18 0 0,0 0-1 0 0,-1 1 0 0 0,1 0 0 0 0,0 0 1 0 0,0 1-1 0 0,0 0 0 0 0,1 0 1 0 0,-1 1-1 0 0,1-1 0 0 0,0 1 1 0 0,0 1-1 0 0,-11 9 0 0 0,11-8-40 0 0,0 0 0 0 0,0 0 0 0 0,1 0 0 0 0,0 1 0 0 0,0 0 0 0 0,0 0 0 0 0,1 1 0 0 0,1-1-1 0 0,-1 1 1 0 0,1-1 0 0 0,-3 12 0 0 0,4-12-12 0 0,1 0-1 0 0,1 0 0 0 0,-1 0 1 0 0,1 0-1 0 0,1 0 1 0 0,-1 0-1 0 0,1 0 0 0 0,2 7 1 0 0,2 8-69 0 0,11 24 0 0 0,-1-3-18 0 0,-8-19-197 0 0,1-1 1 0 0,1 0-1 0 0,1-1 1 0 0,1 0-1 0 0,2 0 1 0 0,21 29-1 0 0,24 16-569 0 0,-55-64 672 0 0,3 0 16 0 0,-5-2 143 0 0,0 0 0 0 0,0-1 0 0 0,1 1 0 0 0,-1-1-1 0 0,0 1 1 0 0,0-1 0 0 0,0 0 0 0 0,0 0 0 0 0,0 1 0 0 0,1-1-1 0 0,-1 0 1 0 0,0 0 0 0 0,0 0 0 0 0,0 0 0 0 0,0 0 0 0 0,1 0 0 0 0,-1-1-1 0 0,0 1 1 0 0,0 0 0 0 0,0 0 0 0 0,0-1 0 0 0,0 1 0 0 0,0-1-1 0 0,1 1 1 0 0,-1-1 0 0 0,0 0 0 0 0,0 1 0 0 0,-1-1 0 0 0,1 0-1 0 0,0 0 1 0 0,0 1 0 0 0,0-1 0 0 0,0 0 0 0 0,-1 0 0 0 0,2-1-1 0 0,0-1 68 0 0,10-10-114 0 0,-11 8 79 0 0,0 0 0 0 0,11-22 187 0 0,-2-1 1 0 0,-1-1 0 0 0,-1 0-1 0 0,6-47 1 0 0,-6 32-14 0 0,28-194 557 0 0,-28 181-668 0 0,-2 4 38 0 0,1-109 0 0 0,-12 91 528 0 0,-4 0 0 0 0,-2 0 0 0 0,-29-98 0 0 0,31 132-347 0 0,1-8 145 0 0,7 43-134 0 0,-6 89-163 0 0,6-21-114 0 0,3 0 0 0 0,20 118 1 0 0,0-67-211 0 0,9 141 0 0 0,-7-76-352 0 0,-8-73-2 0 0,-15-98 468 0 0,-1-5 16 0 0,1 0 1 0 0,0 0-1 0 0,0 0 1 0 0,1 0-1 0 0,0 0 1 0 0,0 0-1 0 0,0 0 1 0 0,1 0-1 0 0,6 10 1 0 0,-8-14 51 0 0,0 0 1 0 0,1 0 0 0 0,-1 0 0 0 0,1-1 0 0 0,0 1-1 0 0,0-1 1 0 0,0 1 0 0 0,-1-1 0 0 0,1 1 0 0 0,1-1-1 0 0,-1 0 1 0 0,0 0 0 0 0,0 0 0 0 0,0 0 0 0 0,0 0 0 0 0,5 0-1 0 0,2 0 8 0 0,0 0 0 0 0,1 0-1 0 0,9-1 1 0 0,5 0-8 0 0,-14 0 55 0 0,-1 0-1 0 0,20-4 1 0 0,-20 3 25 0 0,0 0 0 0 0,0 0-1 0 0,10 0 1 0 0,85 4 763 0 0,-103-3 410 0 0,-3-2-3246 0 0,-8-8-4874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13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1 287 0 0,'0'0'7524'0'0,"1"2"-7466"0"0,-1 1-51 0 0,7 16-14 0 0,-5-16 1 0 0,0 0 0 0 0,0 0 0 0 0,1 0-1 0 0,-1-1 1 0 0,0 1 0 0 0,1 0 0 0 0,0-1 0 0 0,-1 1 0 0 0,1-1 0 0 0,4 2 0 0 0,1 2-61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45.9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209 151 2271 0 0,'0'0'216'0'0,"4"-12"704"0"0,-2 6 5682 0 0,1-5-1953 0 0,-2 9-4426 0 0,-1-1 0 0 0,1 0-1 0 0,-1 1 1 0 0,0-1 0 0 0,0 0 0 0 0,0 1 0 0 0,0-1-1 0 0,-1-3 1 0 0,1 5 105 0 0,-13-17 696 0 0,7 13-930 0 0,0 1 0 0 0,0-1 0 0 0,0 1-1 0 0,0 0 1 0 0,-8-3 0 0 0,12 6-83 0 0,0 0 0 0 0,1 0-1 0 0,-1 0 1 0 0,0 0 0 0 0,0 1 0 0 0,0-1 0 0 0,0 0 0 0 0,0 1-1 0 0,0 0 1 0 0,0 0 0 0 0,0-1 0 0 0,0 1 0 0 0,0 0 0 0 0,0 1-1 0 0,0-1 1 0 0,0 0 0 0 0,-3 1 0 0 0,0 0-6 0 0,-5 2 38 0 0,0 2-33 0 0,7-4-3 0 0,0 0 1 0 0,0 1-1 0 0,0-1 0 0 0,0 1 1 0 0,1 0-1 0 0,-1 0 0 0 0,0 0 0 0 0,1 0 1 0 0,0 0-1 0 0,-1 0 0 0 0,1 1 0 0 0,0-1 1 0 0,-3 5-1 0 0,-13 17 27 0 0,14-19-29 0 0,-1 1-1 0 0,1-1 1 0 0,1 1 0 0 0,-1 0-1 0 0,1 0 1 0 0,0 1-1 0 0,0-1 1 0 0,1 0 0 0 0,0 1-1 0 0,0 0 1 0 0,-1 7-1 0 0,1-1-2 0 0,1 0 0 0 0,1 0 0 0 0,0 1-1 0 0,4 24 1 0 0,27 138-2 0 0,-10-71 0 0 0,-18-92 0 0 0,-3-8 0 0 0,1-1 0 0 0,1 1 0 0 0,-1-1 0 0 0,0 1 0 0 0,1-1 0 0 0,0 0 0 0 0,0 1 0 0 0,0-1 0 0 0,1 0 0 0 0,-1 0 0 0 0,7 7 0 0 0,3 1 0 0 0,-1 0 0 0 0,2-1 0 0 0,0 0 0 0 0,0-1 0 0 0,1-1 0 0 0,15 9 0 0 0,-24-15 0 0 0,1 1 0 0 0,-1-2-1 0 0,1 1 1 0 0,0-1-1 0 0,0 0 1 0 0,0 0-1 0 0,0 0 1 0 0,0-1 0 0 0,0 0-1 0 0,1 0 1 0 0,-1-1-1 0 0,0 0 1 0 0,0 0-1 0 0,10-1 1 0 0,5-3 63 0 0,1 0 0 0 0,30-11 0 0 0,-42 12-10 0 0,27-9 67 0 0,-29 10-108 0 0,0-2-1 0 0,0-1 45 0 0,-1 1 34 0 0,-1-1 0 0 0,0-1 1 0 0,0 1-1 0 0,-1-1 0 0 0,8-10 0 0 0,-2 1 243 0 0,10-20 0 0 0,-2 4-57 0 0,-16 26-199 0 0,-1 0 1 0 0,1 0-1 0 0,-1 0 1 0 0,0 0 0 0 0,-1-1-1 0 0,0 1 1 0 0,1-1-1 0 0,-2 1 1 0 0,1-1 0 0 0,0-5-1 0 0,-1-13 247 0 0,-3-23-1 0 0,2 31-405 0 0,-1 4 118 0 0,0-1-1 0 0,0 1 0 0 0,-1 0 1 0 0,0 0-1 0 0,-1 0 1 0 0,-7-15-1 0 0,-40-63 290 0 0,37 66-306 0 0,8 17-19 0 0,1 0 0 0 0,-1 0 0 0 0,0 0 0 0 0,0 1 0 0 0,-1 0 0 0 0,0 0 0 0 0,0 0 0 0 0,-14-7 0 0 0,-23-21 0 0 0,18 13 0 0 0,18 13 0 0 0,6 5 0 0 0,-1 0 0 0 0,1 1 0 0 0,-1-1 0 0 0,1 0 0 0 0,-1 1 0 0 0,0 0 0 0 0,-5-4 0 0 0,6 5 0 0 0,-13-9 0 0 0,0 4 0 0 0,-8-6-13 0 0,13 7-53 0 0,7 4 74 0 0,-14-1-166 0 0,10 0-289 0 0,-3 0 20 0 0,1 0 0 0 0,-1 1 0 0 0,-11 0 0 0 0,10 1 546 0 0,4 0-576 0 0,0 0 0 0 0,1 0-1 0 0,-1 1 1 0 0,-7 1 0 0 0,11-1 151 0 0,1-1 0 0 0,-1 1 1 0 0,1 0-1 0 0,-1 0 0 0 0,1 0 0 0 0,0 1 0 0 0,0-1 1 0 0,-1 1-1 0 0,1-1 0 0 0,0 1 0 0 0,0 0 0 0 0,1-1 1 0 0,-1 1-1 0 0,0 0 0 0 0,-1 3 0 0 0,-3 4-1466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46.8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0 2791 0 0,'0'0'15803'0'0,"-2"12"-15526"0"0,2-8-238 0 0,0-1-27 0 0,0-1-1 0 0,0 1 1 0 0,0 0 0 0 0,0-1-1 0 0,1 1 1 0 0,0-1 0 0 0,-1 1-1 0 0,2 2 1 0 0,5 15 101 0 0,0-1 0 0 0,19 34 0 0 0,-1 0-28 0 0,-17-38-56 0 0,13 21-1 0 0,3 6 41 0 0,100 225 149 0 0,-99-208-167 0 0,23 65 101 0 0,11 127 117 0 0,-2-13 91 0 0,-8-21 264 0 0,-42-169-426 0 0,-2 0-1 0 0,-2 77 0 0 0,-10-4 166 0 0,5-105 280 0 0,2-13-6501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48.1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399 149 3079 0 0,'0'0'800'0'0,"2"-2"-586"0"0,9-12 2088 0 0,-10 12-1096 0 0,0 2-995 0 0,-1 0-1 0 0,0-1 1 0 0,1 1 0 0 0,-1 0 0 0 0,1-1 0 0 0,-1 1 0 0 0,0 0 0 0 0,1-1-1 0 0,-1 1 1 0 0,0 0 0 0 0,1-1 0 0 0,-1 1 0 0 0,0-1 0 0 0,0 1-1 0 0,1-1 1 0 0,-1 1 0 0 0,0-1 0 0 0,0 1 0 0 0,0-1 0 0 0,0 1 0 0 0,0 0-1 0 0,1-1 1 0 0,-1 1 0 0 0,0-1 0 0 0,0 1 0 0 0,0-1 0 0 0,0 1 0 0 0,-1-1-1 0 0,1 1 1 0 0,0-1 0 0 0,0 0 0 0 0,-1-11 3925 0 0,-1 7-5101 0 0,0 1 1130 0 0,0 1 0 0 0,0 0-1 0 0,-1-1 1 0 0,1 1 0 0 0,-1 0-1 0 0,0 0 1 0 0,0 1 0 0 0,0-1 0 0 0,-1 1-1 0 0,1-1 1 0 0,-8-3 0 0 0,-8-7 226 0 0,11 7-342 0 0,-1 1 1 0 0,0-1-1 0 0,0 2 0 0 0,0-1 0 0 0,0 1 0 0 0,-1 0 1 0 0,0 1-1 0 0,0 0 0 0 0,0 1 0 0 0,0 0 0 0 0,0 0 1 0 0,0 1-1 0 0,0 1 0 0 0,-19 0 0 0 0,18 1-3 0 0,0 0-1 0 0,0 1 1 0 0,0 0-1 0 0,0 1 1 0 0,0 0 0 0 0,1 1-1 0 0,-1 0 1 0 0,1 1-1 0 0,0 0 1 0 0,0 0-1 0 0,0 1 1 0 0,1 0 0 0 0,-11 10-1 0 0,16-11-62 0 0,0-1 0 0 0,1 1 0 0 0,-1 0 0 0 0,1-1 0 0 0,0 2 0 0 0,0-1 0 0 0,1 0 0 0 0,0 1 1 0 0,0-1-1 0 0,0 1 0 0 0,0-1 0 0 0,1 1 0 0 0,0 0 0 0 0,0 0 0 0 0,1 0 0 0 0,-1 6 0 0 0,1 3-39 0 0,1 0 0 0 0,0 0 1 0 0,1 0-1 0 0,1 0 0 0 0,4 16 1 0 0,0-13-138 0 0,0 0 0 0 0,18 32 0 0 0,3 5-63 0 0,-25-49 219 0 0,0-1 1 0 0,0 1 0 0 0,0-1-1 0 0,1 0 1 0 0,0 0-1 0 0,0-1 1 0 0,0 1 0 0 0,1-1-1 0 0,0 0 1 0 0,0 0-1 0 0,0 0 1 0 0,8 4 0 0 0,-12-8 31 0 0,-1 1 0 0 0,1 0 0 0 0,0-1 0 0 0,-1 1 0 0 0,1-1 0 0 0,0 0 0 0 0,0 1 0 0 0,0-1 0 0 0,-1 0 0 0 0,1 1 0 0 0,0-1 0 0 0,0 0 0 0 0,0 0 0 0 0,0 0 1 0 0,0 1-1 0 0,0-1 0 0 0,-1 0 0 0 0,1 0 0 0 0,0 0 0 0 0,0-1 0 0 0,0 1 0 0 0,1 0 0 0 0,1-1 1 0 0,36 1-80 0 0,-37 0 80 0 0,-1 0 0 0 0,1-1 0 0 0,0 1 1 0 0,0-1-1 0 0,0 0 0 0 0,-1 1 0 0 0,1-1 0 0 0,0 0 0 0 0,-1 0 0 0 0,1 0 0 0 0,-1 0 0 0 0,1 0 0 0 0,1-2 1 0 0,17-18 150 0 0,-19 20-136 0 0,3-6 82 0 0,1 0 0 0 0,-2 0-1 0 0,1-1 1 0 0,-1 1 0 0 0,0-1 0 0 0,2-12-1 0 0,-1 7 50 0 0,6-17 134 0 0,-2 0 0 0 0,-1 0 1 0 0,-2-1-1 0 0,3-61 0 0 0,-7 84-204 0 0,0 6-53 0 0,-1 0 0 0 0,1-1 0 0 0,-1 1 0 0 0,0-1 0 0 0,0 1 0 0 0,-1-1 0 0 0,0-3 0 0 0,1 4-3 0 0,0 1 0 0 0,0-1 0 0 0,0 1 0 0 0,0-1 0 0 0,0 1 0 0 0,-1-1 0 0 0,1 1-1 0 0,0-1 1 0 0,-1 1 0 0 0,0 0 0 0 0,0-3 0 0 0,-5-7 428 0 0,5 10-391 0 0,2 3 0 0 0,50 93-130 0 0,-38-74 48 0 0,27 61 28 0 0,-16-31 70 0 0,-14-31 4 0 0,-6-9-108 0 0,1-1-1 0 0,1 0 1 0 0,0 0-1 0 0,0 0 1 0 0,1-1 0 0 0,11 12-1 0 0,20 24 36 0 0,-35-43-1 0 0,2 6 3 0 0,-1 2-15 0 0,-3-8-47 0 0,-1-16-3548 0 0,0 4-3096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48.8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5 3079 0 0,'0'0'5608'0'0,"-9"-5"5058"0"0,5 12-10594 0 0,3-3-38 0 0,-1-1 1 0 0,1 1 0 0 0,0 0 0 0 0,0 0 0 0 0,0 0-1 0 0,0 0 1 0 0,1 0 0 0 0,-1 0 0 0 0,1 0 0 0 0,0 0 0 0 0,0 0-1 0 0,1 0 1 0 0,-1 0 0 0 0,1 0 0 0 0,0 0 0 0 0,2 6-1 0 0,1 13 85 0 0,25 264 9 0 0,-15-124-162 0 0,-10-133 25 0 0,2 0-1 0 0,2 0 1 0 0,14 37-1 0 0,-17-53 10 0 0,1-1 0 0 0,1 0 0 0 0,0 0 0 0 0,0 0 0 0 0,14 15 0 0 0,-15-23 0 0 0,0 0 0 0 0,1 0 0 0 0,-1 0 0 0 0,1-1 0 0 0,0 0 0 0 0,0-1 0 0 0,9 4 0 0 0,-13-6 0 0 0,5 2 1 0 0,-1-2-1 0 0,1 1 0 0 0,-1-1 0 0 0,1 0 1 0 0,0 0-1 0 0,-1-1 0 0 0,1 0 1 0 0,9-2-1 0 0,9 1 51 0 0,-20 1 2 0 0,-1-1 0 0 0,1 0 1 0 0,-1 0-1 0 0,1-1 0 0 0,-1 1 1 0 0,1-1-1 0 0,7-4 0 0 0,-12 5 35 0 0,16-8-192 0 0,-15 8 89 0 0,0-1-1 0 0,-1 1 1 0 0,1 0 0 0 0,1-1-1 0 0,-1 1 1 0 0,4-2 0 0 0,-3 2 78 0 0,1-1 0 0 0,0 0 0 0 0,-1 0 0 0 0,1 0 0 0 0,-1 0 0 0 0,0-1 0 0 0,4-3 1 0 0,-7 5-76 0 0,1 0 1 0 0,-1 1 0 0 0,0-1 0 0 0,1 0 0 0 0,-1 0 0 0 0,0 1-1 0 0,0-1 1 0 0,0 0 0 0 0,0 0 0 0 0,0 0 0 0 0,0 0-1 0 0,0 1 1 0 0,0-1 0 0 0,0 0 0 0 0,0 0 0 0 0,0 0 0 0 0,0 1-1 0 0,-1-1 1 0 0,1-1 0 0 0,-7-14-147 0 0,-6-2-767 0 0,5 9 18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49.5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59 431 0 0,'0'0'5586'0'0,"-7"0"-4232"0"0,3 0 3009 0 0,-1 0-3946 0 0,-6 0 2323 0 0,9 0-2800 0 0,0 1 0 0 0,-6 1 36 0 0,6-1-34 0 0,14-3 94 0 0,56-8 433 0 0,69-21 0 0 0,-123 28-402 0 0,1 0-1 0 0,17-1 1 0 0,16-3 125 0 0,-41 5-117 0 0,-6 1 348 0 0,5 1 186 0 0,-2 0-4306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50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31 166 3679 0 0,'0'0'499'0'0,"-4"-6"614"0"0,1 3 1755 0 0,0 0-2720 0 0,2 1 762 0 0,-1 1-1 0 0,1-1 1 0 0,-1 1-1 0 0,1-1 1 0 0,-1 1 0 0 0,0 0-1 0 0,-3-2 1 0 0,5 3-811 0 0,0 0-1 0 0,0 0 1 0 0,0 0 0 0 0,-1 0 0 0 0,1 0 0 0 0,0 0 0 0 0,0 0 0 0 0,0 0-1 0 0,0 0 1 0 0,-1 0 0 0 0,1 0 0 0 0,0 0 0 0 0,0 0 0 0 0,0 0 0 0 0,0 0 0 0 0,0 0-1 0 0,-1 0 1 0 0,1 1 0 0 0,0-1 0 0 0,0 0 0 0 0,0 0 0 0 0,0 0 0 0 0,0 0-1 0 0,0 0 1 0 0,-1 0 0 0 0,1 0 0 0 0,0 1 0 0 0,0-1 0 0 0,0 0 0 0 0,0 0 0 0 0,0 0-1 0 0,0 0 1 0 0,0 1 0 0 0,0-1 0 0 0,0 0 0 0 0,0 0 0 0 0,-1 14 282 0 0,6 23-381 0 0,2 0 0 0 0,1 0 0 0 0,2-1 0 0 0,19 46 0 0 0,-27-74 0 0 0,2-1 1 0 0,-1 0-1 0 0,8 13 0 0 0,-9-18-1 0 0,0 1 0 0 0,0-1 0 0 0,1 1 0 0 0,-1-1 0 0 0,0 0 0 0 0,1 0 0 0 0,-1 0 0 0 0,1 0-1 0 0,0 0 1 0 0,0 0 0 0 0,5 2 0 0 0,-7-4-3 0 0,0 1 1 0 0,1-1-1 0 0,-1 1 0 0 0,1-1 0 0 0,-1 1 1 0 0,1-1-1 0 0,-1 0 0 0 0,1 0 0 0 0,-1 1 1 0 0,1-1-1 0 0,-1 0 0 0 0,1-1 0 0 0,-1 1 1 0 0,3 0-1 0 0,1-1 0 0 0,3-1 4 0 0,1-2 0 0 0,-7 3 0 0 0,0 1 0 0 0,0-1 0 0 0,0 0 0 0 0,0 0 0 0 0,-1 0 0 0 0,1 0 0 0 0,0 0 0 0 0,0 0 0 0 0,0 0 0 0 0,-1-1 0 0 0,1 1 0 0 0,-1-1 0 0 0,1 1 0 0 0,-1-1 0 0 0,0 0 0 0 0,2-2 0 0 0,1-2 0 0 0,2-3 21 0 0,-1 1 0 0 0,0-1-1 0 0,0 0 1 0 0,-1 0 0 0 0,0 0-1 0 0,0-1 1 0 0,-1 1 0 0 0,3-18-1 0 0,-1-5 188 0 0,1-44 0 0 0,-8-7 381 0 0,-1 22 4 0 0,3 60-521 0 0,-2-8 7 0 0,33 91-430 0 0,-11-26 39 0 0,31 60 0 0 0,-42-100 180 0 0,1-1 0 0 0,1 0-1 0 0,0-1 1 0 0,0 0 0 0 0,2-1-1 0 0,0 0 1 0 0,21 15 0 0 0,39 32-135 0 0,-71-59 203 0 0,-1 0 8 0 0,7 1 45 0 0,2-6 11 0 0,-8 2 11 0 0,0 0 0 0 0,0 0-1 0 0,0-1 1 0 0,0 1 0 0 0,0 0-1 0 0,-1-1 1 0 0,1 1-1 0 0,-1-1 1 0 0,0 0 0 0 0,0 0-1 0 0,2-5 1 0 0,6-36 345 0 0,-5 22-148 0 0,10-52 928 0 0,7-94-1 0 0,-21 152-996 0 0,-1 0 0 0 0,-1 1 0 0 0,0-1 0 0 0,-1 0 1 0 0,0 1-1 0 0,-1 0 0 0 0,-8-18 0 0 0,12 32-199 0 0,-1-1-12 0 0,-3-5-4 0 0,2 4-16 0 0,-1-2 27 0 0,3 4 377 0 0,-2 11-5607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51.5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25 287 0 0,'0'0'15295'0'0,"3"0"-15240"0"0,15 0 104 0 0,-1 0 0 0 0,1-1 0 0 0,0 0 0 0 0,0-2 0 0 0,29-7 0 0 0,-13 3 79 0 0,-27 5-217 0 0,-6 2 32 0 0,9 0-1311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52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1 775 0 0,'0'0'9242'0'0,"2"0"-8308"0"0,22 2 1027 0 0,0 0-1 0 0,42-4 1 0 0,26 2-467 0 0,-81 2-1440 0 0,2-1-44 0 0,-1-1 1 0 0,0 0 45 0 0,-3 0 19 0 0,-7 0 213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53.0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 1 3079 0 0,'0'0'14666'0'0,"-1"1"-14485"0"0,-6 13-55 0 0,1-1 0 0 0,-7 21-1 0 0,7-16-49 0 0,-12 24 0 0 0,11-29-62 0 0,2 0 0 0 0,0 1 0 0 0,0 0 0 0 0,1 0 0 0 0,-3 24 0 0 0,-3 76 71 0 0,8-81-78 0 0,-2 24-11 0 0,-5 118-35 0 0,10-145 32 0 0,0 1-1 0 0,2-1 1 0 0,13 52 0 0 0,-11-61-152 0 0,2-1 0 0 0,13 30 0 0 0,-17-43 97 0 0,1 1 1 0 0,0-1 0 0 0,1 0 0 0 0,0 0 0 0 0,0-1 0 0 0,0 1-1 0 0,1-1 1 0 0,0 0 0 0 0,9 7 0 0 0,-11-10-8 0 0,0-1 1 0 0,0 0-1 0 0,1 0 0 0 0,-1 0 1 0 0,1-1-1 0 0,-1 1 0 0 0,1-1 0 0 0,0 0 1 0 0,-1 0-1 0 0,1-1 0 0 0,0 0 1 0 0,-1 1-1 0 0,1-1 0 0 0,7-1 1 0 0,-5 0 23 0 0,0-1 0 0 0,0 1 0 0 0,0-1 1 0 0,0 0-1 0 0,0-1 0 0 0,-1 0 0 0 0,1 0 0 0 0,10-6 1 0 0,-12 5 106 0 0,0 1 1 0 0,0-1-1 0 0,0 0 0 0 0,0 0 1 0 0,-1 0-1 0 0,0-1 1 0 0,4-4-1 0 0,-6 7 21 0 0,-1-1 0 0 0,0 1 0 0 0,0 0 0 0 0,0 0-1 0 0,0-1 1 0 0,-1 1 0 0 0,1-1 0 0 0,0 1 0 0 0,-1 0-1 0 0,0-1 1 0 0,0 1 0 0 0,1-1 0 0 0,-2 1 0 0 0,1-1-1 0 0,0 1 1 0 0,0-1 0 0 0,-1 1 0 0 0,1-1 0 0 0,-1 1-1 0 0,-1-4 1 0 0,-4-9 139 0 0,-1 1 0 0 0,-1 0 0 0 0,-14-23 0 0 0,-33-35 56 0 0,52 69-266 0 0,-7-10 30 0 0,-2 0 0 0 0,1 1 0 0 0,-2 1 0 0 0,0 0 1 0 0,-14-10-1 0 0,26 20-46 0 0,-1 0 1 0 0,1 0-1 0 0,-1 0 1 0 0,0 0-1 0 0,1 0 1 0 0,-1 1-1 0 0,0-1 0 0 0,1 1 1 0 0,-1-1-1 0 0,0 1 1 0 0,0-1-1 0 0,0 1 1 0 0,1 0-1 0 0,-1 0 1 0 0,0 0-1 0 0,0 0 0 0 0,0 0 1 0 0,0 0-1 0 0,1 1 1 0 0,-1-1-1 0 0,0 1 1 0 0,0-1-1 0 0,1 1 1 0 0,-1 0-1 0 0,-2 1 0 0 0,0 0-26 0 0,-2 0-210 0 0,1 1 0 0 0,-1 0 0 0 0,1 1 0 0 0,0 0 0 0 0,0-1 0 0 0,0 2 0 0 0,1-1 0 0 0,-1 0 0 0 0,1 1 0 0 0,0 0 0 0 0,0 0 0 0 0,-3 6 0 0 0,1 1-1496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53.7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109 148 3367 0 0,'0'0'151'0'0,"-1"-2"77"0"0,-8-12 1668 0 0,-14-19-1 0 0,19 29-1540 0 0,1 0 0 0 0,-1 0 0 0 0,0 0 0 0 0,0 1 0 0 0,0 0 0 0 0,0-1-1 0 0,-1 2 1 0 0,1-1 0 0 0,-6-2 0 0 0,-20-11 3366 0 0,31 16-3713 0 0,-1 0-1 0 0,0 0 0 0 0,0 0 1 0 0,1 0-1 0 0,-1 0 0 0 0,0 0 1 0 0,0 0-1 0 0,0 0 1 0 0,1 0-1 0 0,-1 0 0 0 0,0 0 1 0 0,0 0-1 0 0,0 0 0 0 0,1 0 1 0 0,-1 0-1 0 0,0-1 0 0 0,0 1 1 0 0,0 0-1 0 0,1 0 0 0 0,-1 0 1 0 0,0 0-1 0 0,0-1 1 0 0,0 1-1 0 0,0 0 0 0 0,0 0 1 0 0,1 0-1 0 0,-1 0 0 0 0,0-1 1 0 0,0 1-1 0 0,0 0 0 0 0,0-1 1 0 0,1 0 0 0 0,-1 0-1 0 0,1 0 1 0 0,0 0 0 0 0,0 0 0 0 0,-1 0 0 0 0,1 0-1 0 0,0 0 1 0 0,0 1 0 0 0,0-1 0 0 0,0 0 0 0 0,0 0 0 0 0,0 1-1 0 0,1-1 1 0 0,-1 0 0 0 0,0 1 0 0 0,0 0 0 0 0,0-1-1 0 0,2 0 1 0 0,1 1-10 0 0,-1-1 0 0 0,0 0 0 0 0,0 1-1 0 0,1 0 1 0 0,-1 0 0 0 0,0 0 0 0 0,1 0 0 0 0,-1 0-1 0 0,0 1 1 0 0,1-1 0 0 0,-1 1 0 0 0,0 0-1 0 0,0 0 1 0 0,1 0 0 0 0,-1 0 0 0 0,0 1 0 0 0,0-1-1 0 0,4 4 1 0 0,4 2-26 0 0,-1 1-1 0 0,0 0 1 0 0,13 14-1 0 0,-15-14-3 0 0,-1 1 1 0 0,0 0-1 0 0,-1 0 0 0 0,10 17 0 0 0,16 44-109 0 0,-22-46 101 0 0,-8-19 25 0 0,31 80-301 0 0,-30-77 65 0 0,-1 1 1 0 0,0 0-1 0 0,-1-1 1 0 0,0 1 0 0 0,0 0-1 0 0,-1 0 1 0 0,0 0-1 0 0,-1 10 1 0 0,-1-13-179 0 0,1 0-1 0 0,-1 0 1 0 0,0 0 0 0 0,0-1-1 0 0,0 1 1 0 0,-1-1 0 0 0,0 1-1 0 0,0-1 1 0 0,-6 8 0 0 0,8-12-155 0 0,-6-39 2354 0 0,7 27-1366 0 0,1 0 0 0 0,0 0 0 0 0,1 0-1 0 0,0 0 1 0 0,1 0 0 0 0,6-18 0 0 0,4-11-99 0 0,34-119 2951 0 0,-44 146-2865 0 0,25-112 2978 0 0,-28 123-3161 0 0,0 0-112 0 0,0-6-37 0 0,0 6-159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54.4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404 194 2039 0 0,'0'0'92'0'0,"-1"-2"-2"0"0,-14-33-80 0 0,9 20 513 0 0,-1 1 0 0 0,0 0 0 0 0,-10-14 0 0 0,12 21-219 0 0,-1 0-1 0 0,0 1 0 0 0,0 0 1 0 0,0 0-1 0 0,-1 0 0 0 0,0 1 0 0 0,0 0 1 0 0,0 0-1 0 0,-1 0 0 0 0,0 1 1 0 0,0 1-1 0 0,0-1 0 0 0,0 1 0 0 0,0 0 1 0 0,-1 1-1 0 0,-9-1 0 0 0,9 1 11 0 0,0 0 131 0 0,1 1 1 0 0,-1 1 0 0 0,0-1 0 0 0,1 1 0 0 0,-14 2-1 0 0,12-1-470 0 0,0 0 0 0 0,0 0-1 0 0,0 1 1 0 0,0 1 0 0 0,0 0-1 0 0,-9 4 1 0 0,15-5-38 0 0,0 0 0 0 0,-1 1 0 0 0,1-1 0 0 0,0 1-1 0 0,0 0 1 0 0,1 0 0 0 0,-1 1 0 0 0,1-1 0 0 0,-1 1 0 0 0,1 0 0 0 0,-4 6 0 0 0,4-4-186 0 0,0 1 0 0 0,1 0 1 0 0,0 0-1 0 0,0 0 0 0 0,0 0 1 0 0,1 0-1 0 0,0 0 0 0 0,1 0 1 0 0,-1 0-1 0 0,1 0 0 0 0,1 1 1 0 0,-1-1-1 0 0,2 8 0 0 0,3 0-245 0 0,-1-1-1 0 0,1 1 1 0 0,1-1-1 0 0,1-1 1 0 0,0 1-1 0 0,1-1 1 0 0,13 18-1 0 0,-18-27 390 0 0,0-1-1 0 0,0 1 1 0 0,1-1-1 0 0,-1 0 0 0 0,1 0 1 0 0,0-1-1 0 0,0 1 1 0 0,0-1-1 0 0,0 1 0 0 0,0-1 1 0 0,0-1-1 0 0,1 1 0 0 0,-1-1 1 0 0,1 1-1 0 0,-1-1 1 0 0,1 0-1 0 0,6 0 0 0 0,-7-1 148 0 0,0 0-1 0 0,-1 0 0 0 0,1 0 0 0 0,0-1 1 0 0,-1 1-1 0 0,1-1 0 0 0,-1 0 0 0 0,1 0 1 0 0,-1 0-1 0 0,1-1 0 0 0,-1 1 1 0 0,0-1-1 0 0,1 0 0 0 0,-1 1 0 0 0,0-2 1 0 0,0 1-1 0 0,-1 0 0 0 0,1 0 0 0 0,0-1 1 0 0,-1 0-1 0 0,1 1 0 0 0,3-7 0 0 0,2-4 1396 0 0,-1-1 0 0 0,0 0 0 0 0,-1 0 0 0 0,-1-1-1 0 0,6-20 1 0 0,-5 7 1914 0 0,5-56 0 0 0,-8 53-2306 0 0,-3 30-795 0 0,9 11-359 0 0,-8-8 95 0 0,8 13-45 0 0,-1 1-1 0 0,0 0 1 0 0,-2 1 0 0 0,10 30 0 0 0,2 7-373 0 0,20 54-3435 0 0,-35-100 2117 0 0,1 0-3184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55.1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426 540 3079 0 0,'0'0'2632'0'0,"-2"0"-1756"0"0,-14 0 1796 0 0,0-2 0 0 0,0 0 0 0 0,-26-7 0 0 0,40 8-2060 0 0,-10-4 349 0 0,2 0-156 0 0,-5-2-456 0 0,7 3-312 0 0,1 1 0 0 0,-1 0 0 0 0,0 0 0 0 0,0 0 0 0 0,-1 1 0 0 0,1 0 0 0 0,0 1 0 0 0,-1 0 0 0 0,1 0 0 0 0,-1 1-1 0 0,0 0 1 0 0,1 0 0 0 0,-13 3 0 0 0,10 0-107 0 0,0 1 0 0 0,0-1-1 0 0,0 2 1 0 0,0 0 0 0 0,1 0 0 0 0,0 1-1 0 0,0 0 1 0 0,1 1 0 0 0,-13 10 0 0 0,17-13-31 0 0,1 0 0 0 0,0 1 0 0 0,0-1 1 0 0,1 1-1 0 0,-1 0 0 0 0,1 0 0 0 0,0 0 1 0 0,0 0-1 0 0,1 0 0 0 0,0 0 0 0 0,-1 1 1 0 0,0 7-1 0 0,0-2-472 0 0,1 1 1 0 0,1-1-1 0 0,0 1 0 0 0,1-1 1 0 0,1 16-1 0 0,-1-23 359 0 0,0-1-1 0 0,1 1 0 0 0,0-1 0 0 0,0 1 0 0 0,0-1 1 0 0,0 0-1 0 0,0 1 0 0 0,1-1 0 0 0,-1 0 1 0 0,1 0-1 0 0,0 0 0 0 0,0 0 0 0 0,0 0 1 0 0,1 0-1 0 0,-1-1 0 0 0,1 1 0 0 0,-1-1 1 0 0,1 0-1 0 0,0 1 0 0 0,0-1 0 0 0,0 0 1 0 0,0-1-1 0 0,0 1 0 0 0,4 1 0 0 0,2 1-72 0 0,1-1-1 0 0,0 0 0 0 0,-1-1 1 0 0,1 0-1 0 0,0-1 0 0 0,0 0 0 0 0,15 0 1 0 0,-17-1 261 0 0,0 0 1 0 0,1-1 0 0 0,-1 0 0 0 0,0-1-1 0 0,0 0 1 0 0,0 0 0 0 0,0 0 0 0 0,0-1-1 0 0,0-1 1 0 0,-1 1 0 0 0,14-9 0 0 0,-16 8 302 0 0,1 0 0 0 0,-1-1 0 0 0,0 1 0 0 0,0-1 1 0 0,-1 0-1 0 0,1-1 0 0 0,-1 1 0 0 0,0-1 0 0 0,-1 0 0 0 0,1 0 1 0 0,-1 0-1 0 0,0 0 0 0 0,-1-1 0 0 0,3-9 0 0 0,1-7 1022 0 0,-2 0-1 0 0,-1 0 0 0 0,-1 0 0 0 0,-1-32 0 0 0,-13-93 655 0 0,7 101-1699 0 0,1 15-54 0 0,-1 0 1 0 0,-1 0-1 0 0,-13-35 1 0 0,12 47-28 0 0,-1 1-1 0 0,0 0 1 0 0,-2 0 0 0 0,0 1 0 0 0,-1 0 0 0 0,-13-16 0 0 0,11 20-74 0 0,12 13-16 0 0,1 1-74 0 0,0 0-1 0 0,0 0 1 0 0,-1 0-1 0 0,1-1 1 0 0,0 1-1 0 0,0 0 0 0 0,0 0 1 0 0,-1 0-1 0 0,1 0 1 0 0,0 0-1 0 0,0-1 1 0 0,-1 1-1 0 0,1 0 1 0 0,0 0-1 0 0,0 0 1 0 0,-1 0-1 0 0,1 0 1 0 0,0 0-1 0 0,0 0 1 0 0,-1 0-1 0 0,1 0 1 0 0,0 0-1 0 0,-1 0 0 0 0,1 0 1 0 0,0 0-1 0 0,0 0 1 0 0,-1 0-1 0 0,1 0 1 0 0,0 0-1 0 0,0 0 1 0 0,-1 0-1 0 0,1 0 1 0 0,0 1-1 0 0,-2 6-11 0 0,0 0 0 0 0,1 1 0 0 0,1-1 0 0 0,-1 1 0 0 0,2 13 0 0 0,8 42-44 0 0,-5-34 60 0 0,63 312-88 0 0,-39-192-1 0 0,-7-33-82 0 0,16 44-1377 0 0,-35-152 1517 0 0,0 1-3378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55.5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1 8863 0 0,'0'0'6832'0'0,"-9"5"-5656"0"0,5-1-1009 0 0,1 1-1 0 0,0 0 0 0 0,0 0 0 0 0,0 0 1 0 0,0 0-1 0 0,1 0 0 0 0,-1 0 0 0 0,1 1 1 0 0,-2 9-1 0 0,-1 7 47 0 0,-2 25-1 0 0,1 34-125 0 0,7 132 0 0 0,0-190-85 0 0,27 302-2 0 0,21-3 0 0 0,-32-224 0 0 0,-2-20 0 0 0,-3 1 0 0 0,1 89 0 0 0,-13-158-93 0 0,-1-13 188 0 0,-1-17-582 0 0,1 14-441 0 0,-1-14-5419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56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264 0 3367 0 0,'0'0'3850'0'0,"-3"0"-2962"0"0,-4 1-352 0 0,-1 0 1 0 0,1 0-1 0 0,-1 0 1 0 0,1 1-1 0 0,0 0 1 0 0,-1 0-1 0 0,1 1 1 0 0,0 0-1 0 0,0 0 1 0 0,-9 7-1 0 0,-7 5-229 0 0,-33 30-1 0 0,22-18-472 0 0,23-18-192 0 0,1 0 1 0 0,0 0 0 0 0,-17 20-1 0 0,26-28 102 0 0,2 11-1152 0 0,2-9 1308 0 0,-1 0 0 0 0,1 0 0 0 0,-1 0-1 0 0,1 0 1 0 0,0-1 0 0 0,0 1 0 0 0,0-1 0 0 0,0 0-1 0 0,1 0 1 0 0,4 2 0 0 0,5 2-780 0 0,22 5-1 0 0,-24-8 559 0 0,0 1 0 0 0,-1-1 0 0 0,19 11-1 0 0,-23-11 323 0 0,-1 1 0 0 0,0 0 0 0 0,0 0 0 0 0,0 0 0 0 0,0 0 0 0 0,-1 1 0 0 0,0 0 0 0 0,1 0 0 0 0,-2 0 0 0 0,1 0 0 0 0,-1 1 0 0 0,0-1 0 0 0,5 13 0 0 0,-7-16 83 0 0,0 1 0 0 0,-1 0 0 0 0,1 0-1 0 0,-1 0 1 0 0,1 0 0 0 0,-1 0 0 0 0,0 0 0 0 0,0 0-1 0 0,0 0 1 0 0,-1 0 0 0 0,1-1 0 0 0,-1 1-1 0 0,1 0 1 0 0,-1 0 0 0 0,0 0 0 0 0,0 0-1 0 0,0-1 1 0 0,-1 1 0 0 0,1-1 0 0 0,-1 1 0 0 0,1-1-1 0 0,-1 1 1 0 0,0-1 0 0 0,0 0 0 0 0,-3 3-1 0 0,-1 0 221 0 0,0 0 0 0 0,0-1 0 0 0,-1 0 0 0 0,0 0 0 0 0,1-1 0 0 0,-1 0 0 0 0,-12 3 0 0 0,2-1 300 0 0,0 0-1 0 0,-1-2 0 0 0,-24 2 1 0 0,13-4-465 0 0,27-1-203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56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229 207 775 0 0,'0'0'2076'0'0,"2"-1"-1568"0"0,61-16 2230 0 0,-41 12-939 0 0,-1 0 0 0 0,41-18 0 0 0,-60 22-1448 0 0,0 0-263 0 0,1 0 0 0 0,-1 0 1 0 0,0 0-1 0 0,0-1 0 0 0,-1 1 1 0 0,1-1-1 0 0,0 1 0 0 0,0-1 1 0 0,-1 0-1 0 0,1 0 1 0 0,-1 1-1 0 0,1-1 0 0 0,-1 0 1 0 0,0 0-1 0 0,0 0 0 0 0,0-1 1 0 0,1-2-1 0 0,0 0 265 0 0,-2 1-1 0 0,1-1 1 0 0,-1 0 0 0 0,1 1-1 0 0,-1-1 1 0 0,-1-5 0 0 0,0-3 181 0 0,2 10-497 0 0,-1 0 0 0 0,-1 1 0 0 0,1-1 0 0 0,0 0 1 0 0,-1 1-1 0 0,1-1 0 0 0,-1 1 0 0 0,0-1 0 0 0,1 1 0 0 0,-1-1 0 0 0,-1 1 1 0 0,1-1-1 0 0,0 1 0 0 0,0 0 0 0 0,-1 0 0 0 0,0-1 0 0 0,1 1 0 0 0,-1 0 1 0 0,0 0-1 0 0,-4-3 0 0 0,4 3 28 0 0,-1 0 1 0 0,0 1-1 0 0,0-1 0 0 0,0 0 1 0 0,0 1-1 0 0,0 0 0 0 0,0-1 1 0 0,0 1-1 0 0,0 0 0 0 0,-7 0 1 0 0,8 0-36 0 0,0 1 0 0 0,-1 0 0 0 0,1 0 1 0 0,0 1-1 0 0,-1-1 0 0 0,1 0 0 0 0,0 1 1 0 0,-1-1-1 0 0,1 1 0 0 0,0 0 1 0 0,0-1-1 0 0,0 1 0 0 0,0 0 0 0 0,0 1 1 0 0,-3 1-1 0 0,-2 2 93 0 0,0 0 1 0 0,-9 10-1 0 0,-59 69-203 0 0,0 1-78 0 0,59-69 59 0 0,-61 65-523 0 0,67-69 396 0 0,1 0 1 0 0,1 0-1 0 0,-1 1 1 0 0,2 0 0 0 0,-7 17-1 0 0,13-30 209 0 0,1 1-1 0 0,0-1 0 0 0,0 1 1 0 0,0-1-1 0 0,0 1 0 0 0,0-1 1 0 0,0 1-1 0 0,0-1 1 0 0,0 1-1 0 0,0-1 0 0 0,0 1 1 0 0,0-1-1 0 0,0 1 0 0 0,0-1 1 0 0,0 1-1 0 0,1-1 1 0 0,-1 0-1 0 0,0 1 0 0 0,0-1 1 0 0,1 1-1 0 0,-1-1 0 0 0,0 0 1 0 0,0 1-1 0 0,1-1 1 0 0,-1 1-1 0 0,0-1 0 0 0,1 0 1 0 0,-1 1-1 0 0,0-1 0 0 0,1 0 1 0 0,-1 0-1 0 0,1 1 1 0 0,0-1-1 0 0,16 7-260 0 0,-15-7 246 0 0,10 3-159 0 0,0-1 1 0 0,0 0-1 0 0,0-1 0 0 0,0 0 0 0 0,14-2 1 0 0,63-7 429 0 0,-62 5-38 0 0,27-2 219 0 0,-33 4 68 0 0,1-1 0 0 0,-1 0 1 0 0,26-8-1 0 0,-33 7-207 0 0,-12 3-166 0 0,0-1 0 0 0,0 1-1 0 0,0-1 1 0 0,0 1 0 0 0,0-1 0 0 0,0 0 0 0 0,-1 1 0 0 0,1-1 0 0 0,3-2 0 0 0,16-2-1618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1:57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423 68 4319 0 0,'0'0'198'0'0,"-1"-2"-17"0"0,-19-27 1450 0 0,16 25-739 0 0,0 0 0 0 0,0 0 0 0 0,0 0 0 0 0,0 1 0 0 0,-1 0 0 0 0,1 0 0 0 0,-7-4 0 0 0,9 7-206 0 0,-9-4 1297 0 0,4 4-1684 0 0,-1 1 1 0 0,1 0 0 0 0,0 0-1 0 0,0 1 1 0 0,0 0-1 0 0,1 0 1 0 0,-1 1-1 0 0,0 0 1 0 0,1 0-1 0 0,0 0 1 0 0,-1 1 0 0 0,-7 6-1 0 0,-7 7-202 0 0,-37 38 0 0 0,40-37 94 0 0,6-3-193 0 0,1-1 1 0 0,0 2 0 0 0,1-1 0 0 0,-13 30 0 0 0,11-23-43 0 0,-6 12 40 0 0,1 1 0 0 0,-18 56 0 0 0,33-86 4 0 0,1-1 0 0 0,0 1 0 0 0,0-1 0 0 0,1 1 0 0 0,-1-1 0 0 0,1 1 0 0 0,0 0 0 0 0,0-1 0 0 0,1 7 0 0 0,0-9 0 0 0,-1 0 0 0 0,1 0 0 0 0,0 0 0 0 0,-1 0 0 0 0,1-1 0 0 0,0 1 0 0 0,0 0 0 0 0,0-1 0 0 0,1 1 0 0 0,-1 0 0 0 0,0-1 0 0 0,0 1 0 0 0,1-1 0 0 0,-1 0 0 0 0,1 0 0 0 0,0 1 0 0 0,-1-1 0 0 0,1 0 0 0 0,0 0 0 0 0,-1 0 0 0 0,1-1 0 0 0,0 1 0 0 0,3 1 0 0 0,3 0-1 0 0,0-1 0 0 0,0 1 0 0 0,0-1-1 0 0,0-1 1 0 0,14 0 0 0 0,42-7 73 0 0,-41 4 57 0 0,180-30 3357 0 0,-201 33-2818 0 0,8 0-889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2:03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 1807 0 0,'0'0'16647'0'0,"0"2"-16558"0"0,-2 4-39 0 0,1-2-17 0 0,1 0 0 0 0,-1 1 0 0 0,1-1-1 0 0,-1 0 1 0 0,1 1 0 0 0,1-1-1 0 0,-1 5 1 0 0,14 76 21 0 0,-7-41 75 0 0,-5-30-84 0 0,0-1 0 0 0,1 18 0 0 0,-3-7-29 0 0,2-1 1 0 0,0 1 0 0 0,9 33-1 0 0,-7-34-3 0 0,0 1 0 0 0,-2-1 0 0 0,-1 1-1 0 0,-2 29 1 0 0,3 59 550 0 0,-1-107-276 0 0,0 30 311 0 0,-1-26-598 0 0,0-1 0 0 0,0 0 0 0 0,2-1-24 0 0,-2-6-106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2:04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66 287 0 0,'0'0'2548'0'0,"-2"-12"-1072"0"0,1-33 14460 0 0,0 45-15609 0 0,-1-8 2383 0 0,-1 12-2705 0 0,1 0-1 0 0,0 0 0 0 0,0 1 0 0 0,1-1 0 0 0,-1 1 0 0 0,1-1 0 0 0,0 1 0 0 0,0 0 1 0 0,1 0-1 0 0,-1 6 0 0 0,2 51 25 0 0,0 39-75 0 0,-2-49 28 0 0,1-42 18 0 0,0-1 0 0 0,0-1 0 0 0,-1 1 0 0 0,-2 9 0 0 0,0 8-21 0 0,2 1-1 0 0,3 49 1 0 0,0-56-61 0 0,1 0 0 0 0,0 0 0 0 0,13 37 0 0 0,-8-37-235 0 0,2-1 0 0 0,0 0 0 0 0,2 0 0 0 0,15 20 0 0 0,-25-37 267 0 0,0 0 0 0 0,0 0 0 0 0,0 0 0 0 0,0 0 0 0 0,1 0 0 0 0,-1-1 0 0 0,1 1 0 0 0,-1-1 0 0 0,1 0 0 0 0,-1 0 0 0 0,1 1 0 0 0,-1-2 0 0 0,1 1 0 0 0,0 0 0 0 0,0 0 0 0 0,-1-1 0 0 0,1 0 0 0 0,0 1 0 0 0,3-1 0 0 0,6-1-69 0 0,0 0 0 0 0,0 0-1 0 0,14-4 1 0 0,-12 2-27 0 0,-2 1 64 0 0,-1-1 0 0 0,1 0 0 0 0,-1-1-1 0 0,0 0 1 0 0,14-8 0 0 0,-24 12 76 0 0,0 0 0 0 0,0-1 0 0 0,0 1-1 0 0,0 0 1 0 0,0-1 0 0 0,0 1 0 0 0,-1-1 0 0 0,1 1 0 0 0,0-1 0 0 0,0 0 0 0 0,-1 1 0 0 0,1-1 0 0 0,0 0 0 0 0,-1 1-1 0 0,1-1 1 0 0,-1 0 0 0 0,1 0 0 0 0,0 0 0 0 0,1-3-11 0 0,2 0 46 0 0,1 0 0 0 0,-1-1 0 0 0,0 0 0 0 0,0 1 1 0 0,0-2-1 0 0,-1 1 0 0 0,1 0 0 0 0,-1-1 0 0 0,-1 1 1 0 0,4-9-1 0 0,-2-3 199 0 0,0-1 0 0 0,-1 0 1 0 0,-1 0-1 0 0,0-1 0 0 0,-2-18 0 0 0,0 35-178 0 0,0 0 0 0 0,0 0-1 0 0,-1 0 1 0 0,1 0 0 0 0,-1 0-1 0 0,0 1 1 0 0,1-1 0 0 0,-1 0 0 0 0,0 0-1 0 0,-1-2 1 0 0,1 3-33 0 0,0 0 1 0 0,0-1-1 0 0,1 1 0 0 0,-1 0 1 0 0,1-1-1 0 0,-1 1 0 0 0,1-1 1 0 0,-1 1-1 0 0,1-3 0 0 0,-14-7 47 0 0,12 10-79 0 0,1 0 0 0 0,-1 0 0 0 0,0 0-1 0 0,0 0 1 0 0,0 0 0 0 0,0 0 0 0 0,0 1-1 0 0,0-1 1 0 0,0 1 0 0 0,0-1 0 0 0,0 1 0 0 0,0 0-1 0 0,0 0 1 0 0,0 0 0 0 0,0 0 0 0 0,0 0 0 0 0,0 0-1 0 0,0 0 1 0 0,0 1 0 0 0,0-1 0 0 0,0 1 0 0 0,0 0-1 0 0,0-1 1 0 0,0 1 0 0 0,0 0 0 0 0,0 0-1 0 0,0 0 1 0 0,-3 3 0 0 0,2-2 16 0 0,-10 5-33 0 0,1 0 0 0 0,-1 1 0 0 0,-16 15 0 0 0,-26 18 32 0 0,25-16-264 0 0,29-24 164 0 0,-1 2-3321 0 0,-6 12 2438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2:05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48 120 6191 0 0,'0'0'8016'0'0,"-2"1"-7120"0"0,-44 2 1255 0 0,74-2-2373 0 0,33-5-1 0 0,-7 1 45 0 0,450 0 408 0 0,-121 19-157 0 0,391 9 52 0 0,-747-25-102 0 0,600-4 565 0 0,762-71 973 0 0,-722 31-1302 0 0,-394 27-135 0 0,149 5 256 0 0,-246 9-185 0 0,-14 2-14 0 0,-160 1 710 0 0,-5 1-942 0 0,-7 1-117 0 0,0 1 1 0 0,-13 4-1 0 0,-2 2-2173 0 0,15-7-4314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2:07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463 30 975 0 0,'0'0'18032'0'0,"-2"-1"-17945"0"0,-17-11 46 0 0,10 7-110 0 0,-8-2-6 0 0,16 7-14 0 0,0-1 0 0 0,0 1 0 0 0,0-1 0 0 0,-1 1 0 0 0,1 0 0 0 0,0-1 0 0 0,0 1 0 0 0,-1 0-1 0 0,1 0 1 0 0,-3 0 0 0 0,-12-1 1 0 0,7 1-41 0 0,1 1-1 0 0,0 0 1 0 0,0 1-1 0 0,0 0 1 0 0,0 0-1 0 0,0 0 0 0 0,0 1 1 0 0,0 1-1 0 0,-12 6 1 0 0,7-4-5 0 0,6-2-20 0 0,0 0-1 0 0,0 1 1 0 0,1 0-1 0 0,-1 0 1 0 0,1 0 0 0 0,1 1-1 0 0,-1-1 1 0 0,-8 13 0 0 0,-1 3-290 0 0,-17 33 0 0 0,25-42 71 0 0,1 1 1 0 0,0 0-1 0 0,1 0 0 0 0,0 0 1 0 0,-5 25-1 0 0,10-34 133 0 0,-1 1 0 0 0,0 0 0 0 0,1 0-1 0 0,0-1 1 0 0,0 1 0 0 0,1 0-1 0 0,-1-1 1 0 0,1 1 0 0 0,0 0 0 0 0,0-1-1 0 0,1 1 1 0 0,-1-1 0 0 0,1 1-1 0 0,0-1 1 0 0,0 0 0 0 0,0 1-1 0 0,1-1 1 0 0,0-1 0 0 0,-1 1 0 0 0,6 5-1 0 0,-2-3-1 0 0,1-1 0 0 0,-1 0 0 0 0,1 0 0 0 0,0 0 0 0 0,0-1 0 0 0,0 0 0 0 0,16 5 0 0 0,1-1 561 0 0,32 6 0 0 0,-36-10 7 0 0,0 1 1 0 0,36 14 0 0 0,-31-12-367 0 0,-20-6-50 0 0,0 0 1 0 0,0 1-1 0 0,0-1 0 0 0,0 1 0 0 0,-1 0 0 0 0,1 0 1 0 0,0 1-1 0 0,-1-1 0 0 0,5 4 0 0 0,0 2-2 0 0,-7-6 22 0 0,0-1 1 0 0,-1 0-1 0 0,1 1 0 0 0,-1-1 0 0 0,1 1 0 0 0,-1 0 0 0 0,0 0 1 0 0,1-1-1 0 0,-1 1 0 0 0,0 0 0 0 0,1 4 0 0 0,0-2 40 0 0,-2-2 16 0 0,1-1 0 0 0,-1 1 0 0 0,0 0 0 0 0,0 0 0 0 0,1-1 0 0 0,-1 1 0 0 0,0 0 0 0 0,-1 0-1 0 0,1-1 1 0 0,0 1 0 0 0,0 0 0 0 0,-1 0 0 0 0,1-1 0 0 0,-1 1 0 0 0,1 0 0 0 0,-1-1 0 0 0,0 1 0 0 0,-1 2 0 0 0,-1 1 100 0 0,0-1 1 0 0,0 0-1 0 0,0 0 1 0 0,0-1 0 0 0,-5 4-1 0 0,-5 4 61 0 0,-1 0-1 0 0,0-1 1 0 0,-1-1-1 0 0,0-1 1 0 0,0 0-1 0 0,-1-1 1 0 0,-27 9 0 0 0,9-6-52 0 0,0-2 0 0 0,-62 7 0 0 0,82-14-78 0 0,-1 0 0 0 0,1-1 1 0 0,0 0-1 0 0,0-1 0 0 0,0-1 1 0 0,-1 0-1 0 0,-22-7 0 0 0,31 7-10 0 0,-19-2-54 0 0,23 4-122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2:07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16 108 4319 0 0,'0'0'3690'0'0,"-1"-1"-2956"0"0,-11-14 3305 0 0,11 13-2194 0 0,1-1-1558 0 0,-1-1-1 0 0,1 0 1 0 0,-1 1-1 0 0,1-1 1 0 0,0 0-1 0 0,1-5 1 0 0,-1 7-281 0 0,1-1 3 0 0,6-10-122 0 0,-4 10 12 0 0,0 0-1 0 0,0-1 0 0 0,0 1 1 0 0,0 0-1 0 0,1 0 1 0 0,-1 1-1 0 0,1-1 1 0 0,0 1-1 0 0,0-1 0 0 0,0 1 1 0 0,0 1-1 0 0,0-1 1 0 0,0 0-1 0 0,0 1 0 0 0,1 0 1 0 0,-1 0-1 0 0,1 0 1 0 0,-1 1-1 0 0,1-1 1 0 0,-1 1-1 0 0,1 0 0 0 0,-1 1 1 0 0,0-1-1 0 0,9 2 1 0 0,-8-1-108 0 0,0 0 1 0 0,0 0-1 0 0,0 1 1 0 0,-1 0-1 0 0,1-1 0 0 0,-1 1 1 0 0,1 1-1 0 0,-1-1 1 0 0,0 1-1 0 0,0 0 1 0 0,0 0-1 0 0,0 0 1 0 0,0 0-1 0 0,-1 0 1 0 0,1 1-1 0 0,-1 0 1 0 0,0 0-1 0 0,0 0 1 0 0,0 0-1 0 0,-1 0 0 0 0,0 1 1 0 0,4 7-1 0 0,-6-9 132 0 0,1 0-1 0 0,-1 0 0 0 0,1 0 0 0 0,-1 1 0 0 0,0-1 0 0 0,0 0 1 0 0,0 0-1 0 0,-1 0 0 0 0,1 1 0 0 0,-1-1 0 0 0,0 0 1 0 0,0 0-1 0 0,0 0 0 0 0,0 0 0 0 0,0 0 0 0 0,-1 0 1 0 0,-2 4-1 0 0,-4 5 222 0 0,0-1 0 0 0,-19 19 1 0 0,6-8 158 0 0,9-9-131 0 0,-1-1 0 0 0,0 0 0 0 0,-17 10-1 0 0,27-19-123 0 0,1-2 348 0 0,13 3-77 0 0,-1-2-227 0 0,0 0 1 0 0,1-1-1 0 0,-1 0 1 0 0,19-1-1 0 0,44-6 501 0 0,-40 2-490 0 0,172-29 1299 0 0,-174 27-1192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2:08.3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16 132 599 0 0,'-8'-2'58'0'0,"1"0"4232"0"0,15 1 3672 0 0,-1 0-6224 0 0,0 1-4074 0 0,125-25 1968 0 0,97-21 336 0 0,-44 7 112 0 0,-146 34-4 0 0,-22 3-89 0 0,28-7 0 0 0,-44 9 339 0 0,-3 1-379 0 0,-24 13-1124 0 0,25-13 231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2:08.9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85 2183 0 0,'-4'-9'54'0'0,"0"-1"0"0"0,1 1-1 0 0,0-1 1 0 0,1 0-1 0 0,-2-10 1 0 0,2 11 4931 0 0,1 1 5260 0 0,23 56-9079 0 0,-21-47-1036 0 0,10 17 220 0 0,7 19-267 0 0,-2 1 0 0 0,-2 0 1 0 0,-1 1-1 0 0,-2 0 0 0 0,-2 1 1 0 0,-2 0-1 0 0,4 61 0 0 0,-5-16-99 0 0,4 91-32 0 0,-10-159 48 0 0,1 0 0 0 0,4 22 0 0 0,-2-29 0 0 0,-1-2 12 0 0,-1-6-74 0 0,-3-3-502 0 0,-18-12-2099 0 0,10 5-3468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2:11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70 2271 0 0,'0'0'656'0'0,"-9"-7"7"0"0,3 4-351 0 0,1 1-1 0 0,-1-1 0 0 0,0 1 1 0 0,-7-2-1 0 0,11 4 1317 0 0,-5-4 4076 0 0,11 1-5605 0 0,-1-1 0 0 0,1 1-1 0 0,0-1 1 0 0,-1 1 0 0 0,1 0-1 0 0,1 1 1 0 0,-1-1 0 0 0,0 1 0 0 0,1 0-1 0 0,-1 0 1 0 0,1 0 0 0 0,0 0-1 0 0,0 1 1 0 0,-1 0 0 0 0,8-1-1 0 0,10-1 1 0 0,0 2-1 0 0,26 0 0 0 0,-29 1 62 0 0,-7 0-89 0 0,6 0 115 0 0,-1 0 0 0 0,0 1 0 0 0,27 6 0 0 0,-40-6-107 0 0,0 0 0 0 0,0 0 0 0 0,0 0 0 0 0,0 1 0 0 0,0-1 1 0 0,0 1-1 0 0,-1 0 0 0 0,1 0 0 0 0,-1 0 0 0 0,1 1 0 0 0,-1-1 1 0 0,0 1-1 0 0,0 0 0 0 0,0 0 0 0 0,0 0 0 0 0,-1 0 0 0 0,1 1 0 0 0,-1-1 1 0 0,0 1-1 0 0,3 5 0 0 0,2 8 167 0 0,-1-2-94 0 0,0 0 0 0 0,-1 1 0 0 0,6 29 1 0 0,-8-31-88 0 0,7 24 0 0 0,-6-25-50 0 0,-1 0 0 0 0,3 16-1 0 0,-4-6 11 0 0,0 0-1 0 0,-2 0 1 0 0,-1 0-1 0 0,-1 0 1 0 0,0 0-1 0 0,-2 0 1 0 0,-13 42-1 0 0,17-63-24 0 0,-5 11 0 0 0,1 0 0 0 0,-9 16 0 0 0,10-25 0 0 0,0 1 0 0 0,0-1 0 0 0,0 0 0 0 0,-1 0 0 0 0,1 0 0 0 0,-1 0 0 0 0,0 0 0 0 0,0-1 0 0 0,-6 4 0 0 0,-14 7-81 0 0,-1-1-1 0 0,0-2 1 0 0,-1 0-1 0 0,-1-2 1 0 0,-30 7-1 0 0,29-8-93 0 0,21-5 97 0 0,0-1 0 0 0,-1-1-1 0 0,0 1 1 0 0,1-1 0 0 0,-1 0 0 0 0,-10-1-1 0 0,12-1 21 0 0,3 0 50 0 0,1 0 0 0 0,0 0 0 0 0,-1 0 0 0 0,1 0 0 0 0,0-1 0 0 0,0 1 0 0 0,0-1 0 0 0,0 1 0 0 0,0-1 0 0 0,0 0 0 0 0,1 1 0 0 0,-1-1 1 0 0,1 0-1 0 0,-1 0 0 0 0,1 0 0 0 0,-2-4 0 0 0,-1-1-69 0 0,1 0 1 0 0,0-1-1 0 0,-4-12 0 0 0,6 14 136 0 0,1 0 0 0 0,-1-1 0 0 0,1 1 0 0 0,0 0 0 0 0,0-1 0 0 0,1 1 0 0 0,2-12 0 0 0,-3 16-50 0 0,0 0 0 0 0,1 1 0 0 0,-1-1-1 0 0,0 0 1 0 0,1 0 0 0 0,-1 1 0 0 0,1-1-1 0 0,0 1 1 0 0,0-1 0 0 0,-1 0 0 0 0,1 1 0 0 0,0-1-1 0 0,0 1 1 0 0,0 0 0 0 0,2-2 0 0 0,1-1 16 0 0,0-1 6 0 0,0 0 0 0 0,0 0 0 0 0,1 0 0 0 0,0 1 0 0 0,0-1 0 0 0,0 1 0 0 0,0 1 0 0 0,1-1 0 0 0,-1 1 0 0 0,9-4 0 0 0,-7 4 32 0 0,-2 0-4 0 0,1 1 0 0 0,0 0 0 0 0,0 0 1 0 0,1 0-1 0 0,-1 1 0 0 0,0 0 1 0 0,0 0-1 0 0,1 1 0 0 0,-1-1 0 0 0,1 2 1 0 0,-1-1-1 0 0,9 2 0 0 0,4 2 52 0 0,0 1 0 0 0,30 11-1 0 0,-32-9-53 0 0,-1 1 1 0 0,0 0-1 0 0,0 1 0 0 0,27 21 0 0 0,50 53-39 0 0,-88-77-18 0 0,2 0 0 0 0,-1 0 0 0 0,0 0 0 0 0,1-1 0 0 0,0 0 0 0 0,1 0 0 0 0,7 4 0 0 0,22 13 0 0 0,-30-18-41 0 0,-6-3-163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2:11.9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409 26 975 0 0,'0'0'970'0'0,"-11"-5"764"0"0,-23-7 6855 0 0,1 5-5609 0 0,27 6-2910 0 0,0 1-1 0 0,-1 0 1 0 0,1 0-1 0 0,0 1 1 0 0,-1-1-1 0 0,1 1 1 0 0,0 0-1 0 0,0 1 1 0 0,-8 2-1 0 0,7-1-176 0 0,-1 1-1 0 0,1 0 0 0 0,0 0 1 0 0,0 1-1 0 0,0-1 1 0 0,0 1-1 0 0,1 1 0 0 0,0-1 1 0 0,0 1-1 0 0,0 0 1 0 0,1 1-1 0 0,0-1 0 0 0,0 1 1 0 0,1 0-1 0 0,-1 1 1 0 0,2-1-1 0 0,-1 1 0 0 0,1-1 1 0 0,-4 14-1 0 0,7-18-47 0 0,0 0 0 0 0,0 0-1 0 0,0 0 1 0 0,0 1-1 0 0,0-1 1 0 0,0 0 0 0 0,1 0-1 0 0,0 0 1 0 0,-1 0 0 0 0,1 0-1 0 0,1 0 1 0 0,-1 0-1 0 0,0 0 1 0 0,1 0 0 0 0,-1 0-1 0 0,1-1 1 0 0,0 1 0 0 0,0 0-1 0 0,0-1 1 0 0,0 0-1 0 0,0 1 1 0 0,1-1 0 0 0,3 3-1 0 0,6 3-148 0 0,0 1-1 0 0,1-2 1 0 0,23 12-1 0 0,-18-11 208 0 0,-1 1 132 0 0,1 2 0 0 0,-2 0 0 0 0,29 23 0 0 0,-39-28-2 0 0,1 0 0 0 0,-1 0-1 0 0,-1 0 1 0 0,1 1 0 0 0,-1 0 0 0 0,0 0-1 0 0,-1 0 1 0 0,7 14 0 0 0,-10-18-16 0 0,0 1 0 0 0,0 0-1 0 0,0 0 1 0 0,0-1 0 0 0,-1 1 0 0 0,1 0 0 0 0,-1 0 0 0 0,0 0 0 0 0,0 0 0 0 0,-1 0 0 0 0,1 0 0 0 0,-1-1 0 0 0,0 1 0 0 0,1 0 0 0 0,-2 0-1 0 0,1-1 1 0 0,0 1 0 0 0,-1 0 0 0 0,0-1 0 0 0,0 0 0 0 0,-3 5 0 0 0,-2 2 433 0 0,-1-1-1 0 0,0-1 1 0 0,0 0-1 0 0,-1 0 1 0 0,0 0-1 0 0,0-1 1 0 0,-1 0-1 0 0,0-1 1 0 0,-18 8-1 0 0,3-3 192 0 0,0-1-1 0 0,-1-1 0 0 0,-27 5 0 0 0,38-11-255 0 0,0-1 1 0 0,0-1-1 0 0,0 0 0 0 0,0-1 1 0 0,0-1-1 0 0,0-1 0 0 0,-28-5 1 0 0,33 3 146 0 0,1 1-1199 0 0,4 2-5248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2:12.5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81 599 0 0,'0'0'16607'0'0,"2"0"-16627"0"0,170-21 105 0 0,-53 8 562 0 0,-13 2-14 0 0,-39 2-346 0 0,93-15-222 0 0,-150 22-65 0 0,1 2 0 0 0,-3 0-34 0 0,-6 0-142 0 0,-10 4-4206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2:12.9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3567 0 0,'5'-8'16263'0'0,"2"16"-16145"0"0,-1 2 0 0 0,-1-1 0 0 0,1 1 0 0 0,-2-1 0 0 0,1 1-1 0 0,-1 1 1 0 0,-1-1 0 0 0,3 13 0 0 0,1 14-137 0 0,2 40 0 0 0,-4-31 61 0 0,6 42-12 0 0,12 94 131 0 0,-15-141-126 0 0,2 0 0 0 0,19 54 0 0 0,8-2-35 0 0,-35-88-17 0 0,-1-4-76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2:13.6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36 5783 0 0,'0'0'2462'0'0,"-1"-1"-1442"0"0,-3-7-375 0 0,1 5 896 0 0,0 0-1 0 0,1-1 1 0 0,-1 1 0 0 0,0 0 0 0 0,0 0-1 0 0,-6-3 1 0 0,8 5-93 0 0,3 12-1309 0 0,12 44-92 0 0,6 66 0 0 0,-3 58-9 0 0,-11-110 94 0 0,6 237 412 0 0,-8-229-1177 0 0,-2-54 623 0 0,1-3-1 0 0,-2-18-47 0 0,-1-16-14241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2:12:14.3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26 7055 0 0,'0'0'323'0'0,"0"-2"-8"0"0,0 0-2897 0 0,1-4 4112 0 0,0-9 11863 0 0,-2 23-12368 0 0,-1 3-671 0 0,-1 0-1 0 0,0 0 0 0 0,-1 0 0 0 0,0-1 1 0 0,0 1-1 0 0,-9 12 0 0 0,-30 67 610 0 0,39-82-947 0 0,-6 19-16 0 0,1 2 0 0 0,1-1 0 0 0,-9 59 0 0 0,4-14 0 0 0,1-10-43 0 0,3 0 1 0 0,-1 115-1 0 0,10-142-106 0 0,3 1-1 0 0,13 69 1 0 0,-13-95 61 0 0,0-1-1 0 0,0 1 1 0 0,1-1-1 0 0,0 0 1 0 0,1 0-1 0 0,0-1 1 0 0,10 15 0 0 0,-12-20 53 0 0,0 0 1 0 0,0-1 0 0 0,0 1 0 0 0,1-1-1 0 0,-1 0 1 0 0,1 0 0 0 0,0 0 0 0 0,0 0 0 0 0,0-1-1 0 0,0 0 1 0 0,0 1 0 0 0,1-2 0 0 0,-1 1-1 0 0,0 0 1 0 0,1-1 0 0 0,0 0 0 0 0,-1 0 0 0 0,1 0-1 0 0,8 0 1 0 0,1-1-51 0 0,0-1 0 0 0,0-1-1 0 0,-1 0 1 0 0,1-1 0 0 0,-1 0-1 0 0,1-1 1 0 0,-1-1 0 0 0,19-9-1 0 0,-23 10 86 0 0,0-1 0 0 0,0-1 0 0 0,-1 1 0 0 0,0-1-1 0 0,0-1 1 0 0,-1 1 0 0 0,0-1 0 0 0,0-1-1 0 0,0 1 1 0 0,-1-1 0 0 0,0 0 0 0 0,7-15 0 0 0,-11 20 28 0 0,0 0 1 0 0,0-1-1 0 0,-1 1 1 0 0,1-1-1 0 0,-1 1 1 0 0,0-1 0 0 0,0 0-1 0 0,0 1 1 0 0,-1-1-1 0 0,1 0 1 0 0,-1 0 0 0 0,0 1-1 0 0,0-1 1 0 0,0 0-1 0 0,0 0 1 0 0,-1 0-1 0 0,0 1 1 0 0,0-1 0 0 0,0 0-1 0 0,0 1 1 0 0,0-1-1 0 0,-1 1 1 0 0,1-1 0 0 0,-4-3-1 0 0,-2-5 82 0 0,-1 1-1 0 0,-1 0 0 0 0,0 1 1 0 0,-1-1-1 0 0,0 2 1 0 0,-16-13-1 0 0,20 18-61 0 0,0 0 0 0 0,0 0 1 0 0,0 0-1 0 0,-1 1 0 0 0,0 0 0 0 0,1 0 0 0 0,-1 1 0 0 0,0 0 0 0 0,0 0 0 0 0,-1 0 1 0 0,1 1-1 0 0,0 0 0 0 0,0 1 0 0 0,-8-1 0 0 0,8 2-81 0 0,-1 1 0 0 0,1-1 1 0 0,0 1-1 0 0,0 1 0 0 0,0-1 0 0 0,0 1 0 0 0,0 0 0 0 0,1 1 0 0 0,-1 0 0 0 0,1 0 1 0 0,0 0-1 0 0,-8 7 0 0 0,6-3-43 0 0,-1 1 1 0 0,1-1 0 0 0,0 1-1 0 0,1 1 1 0 0,0-1 0 0 0,-11 21-1 0 0,17-29-47 0 0,1 1-11 0 0,-1-1 1 0 0,0 1 0 0 0,0 0-1 0 0,1-1 1 0 0,-1 1 0 0 0,1-1-1 0 0,0 1 1 0 0,-1 0 0 0 0,1-1-1 0 0,0 4 1 0 0,0 3-378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4:01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304 161 975 0 0,'0'0'407'0'0,"-3"-5"-401"0"0,-1 3 1677 0 0,-11 1-1579 0 0,12 1-84 0 0,-10 5 150 0 0,12-5-143 0 0,1 0 0 0 0,0 0 0 0 0,0 0 0 0 0,0 1 0 0 0,-1-1 0 0 0,1 0 1 0 0,0 0-1 0 0,0 0 0 0 0,0 0 0 0 0,-1 0 0 0 0,1 0 0 0 0,0 0 0 0 0,0 0 0 0 0,0 0 0 0 0,-1 0 0 0 0,1 0 1 0 0,0 0-1 0 0,0 0 0 0 0,-1 0 0 0 0,1 0 0 0 0,0 0 0 0 0,0 0 0 0 0,-1 0 0 0 0,1 0 0 0 0,0 0 0 0 0,0 0 1 0 0,0 0-1 0 0,-1 0 0 0 0,1 0 0 0 0,0 0 0 0 0,0 0 0 0 0,0-1 0 0 0,-1 1 0 0 0,1 0 0 0 0,0 0 0 0 0,0 0 1 0 0,0 0-1 0 0,0-1 0 0 0,-1 1 0 0 0,1 0 0 0 0,0 0 0 0 0,0 0 0 0 0,0-1 0 0 0,0 1 0 0 0,0 0 1 0 0,0 0-1 0 0,0 0 0 0 0,0-1 0 0 0,5-15 1039 0 0,-4 14-1043 0 0,0 1 0 0 0,0-1 0 0 0,0 1 0 0 0,0-1 0 0 0,1 1 0 0 0,-1-1 0 0 0,0 1 0 0 0,0 0 0 0 0,1 0 0 0 0,-1 0 0 0 0,1 0 0 0 0,-1 0 0 0 0,1 0 0 0 0,0 0 0 0 0,-1 0 0 0 0,1 0 0 0 0,0 1 0 0 0,0-1 0 0 0,-1 1 0 0 0,1-1 0 0 0,0 1 0 0 0,0 0 0 0 0,0 0 0 0 0,-1 0 0 0 0,1 0 0 0 0,0 0 0 0 0,3 0 0 0 0,-3 1-2 0 0,0-1 0 0 0,1 1-1 0 0,-1-1 1 0 0,0 1 0 0 0,0 0-1 0 0,0 0 1 0 0,-1 0 0 0 0,1 0-1 0 0,0 0 1 0 0,0 0-1 0 0,0 1 1 0 0,-1-1 0 0 0,1 0-1 0 0,-1 1 1 0 0,1 0 0 0 0,-1-1-1 0 0,1 1 1 0 0,-1 0 0 0 0,0-1-1 0 0,0 1 1 0 0,0 0-1 0 0,0 0 1 0 0,0 0 0 0 0,1 3-1 0 0,-1 2-20 0 0,0 0 0 0 0,0 0 0 0 0,0 0 0 0 0,-1 0 0 0 0,0 0 0 0 0,-1 0 0 0 0,-1 9 0 0 0,-1 4 0 0 0,-9 25 0 0 0,11-43 7 0 0,0 1 0 0 0,0 0 0 0 0,0 0 1 0 0,-1 0-1 0 0,1-1 0 0 0,-1 1 0 0 0,0-1 0 0 0,1 1 0 0 0,-1-1 0 0 0,0 0 0 0 0,0 1 0 0 0,-1-1 0 0 0,1 0 0 0 0,0-1 0 0 0,-3 3 0 0 0,0-2 21 0 0,1 1 1 0 0,-1-1-1 0 0,1-1 0 0 0,-1 1 1 0 0,0-1-1 0 0,0 1 1 0 0,0-1-1 0 0,-7 0 0 0 0,-4 0 62 0 0,0-1 0 0 0,-1-1-1 0 0,1-1 1 0 0,-25-5-1 0 0,-26-9 450 0 0,60 13-448 0 0,1 1 1 0 0,-1-1-1 0 0,0 0 0 0 0,1 0 1 0 0,0-1-1 0 0,0 0 0 0 0,-9-6 1 0 0,13 7-27 0 0,0 0 0 0 0,0 1 0 0 0,0-1-1 0 0,0 0 1 0 0,0 0 0 0 0,1 0 0 0 0,-1 0 0 0 0,1 0 0 0 0,0 0 0 0 0,0-1 0 0 0,0 1 0 0 0,0 0 0 0 0,1-1 0 0 0,-1 1 0 0 0,1-1 0 0 0,0 1 0 0 0,0 0 0 0 0,0-1 0 0 0,1-5 0 0 0,1-6 144 0 0,1 0 1 0 0,1 0 0 0 0,5-14 0 0 0,-7 25-170 0 0,1-6 68 0 0,2 0-1 0 0,-1 0 0 0 0,1 1 0 0 0,0 0 1 0 0,1 0-1 0 0,0 0 0 0 0,9-10 0 0 0,-11 15-83 0 0,0-1 0 0 0,0 1 0 0 0,1 0 0 0 0,-1 1 0 0 0,1-1 1 0 0,0 1-1 0 0,0 0 0 0 0,0 0 0 0 0,0 0 0 0 0,1 1 0 0 0,-1 0 0 0 0,1 0 0 0 0,-1 0 0 0 0,11-1 0 0 0,-12 3-29 0 0,-1 0 1 0 0,1 0 0 0 0,0 0-1 0 0,-1 1 1 0 0,1 0-1 0 0,0-1 1 0 0,-1 1-1 0 0,1 0 1 0 0,-1 1-1 0 0,0-1 1 0 0,1 1-1 0 0,-1-1 1 0 0,0 1-1 0 0,0 0 1 0 0,0 0-1 0 0,0 1 1 0 0,0-1-1 0 0,-1 0 1 0 0,1 1-1 0 0,-1 0 1 0 0,3 2-1 0 0,5 9-21 0 0,-1-1 0 0 0,0 1-1 0 0,9 21 1 0 0,-9-17 19 0 0,60 138-137 0 0,-67-148 144 0 0,-2-7 0 0 0,1-1 0 0 0,-1 1 0 0 0,0 0 0 0 0,0-1 0 0 0,0 1 0 0 0,0-1 0 0 0,0 1 0 0 0,0 0 0 0 0,-1-1 0 0 0,1 1 0 0 0,0-1 0 0 0,0 1 0 0 0,0-1 0 0 0,-1 1 0 0 0,1 0 0 0 0,0-1 0 0 0,0 1 0 0 0,-1-1 0 0 0,1 1 0 0 0,0-1 0 0 0,-1 1 0 0 0,1-1 0 0 0,-1 0 0 0 0,1 1 0 0 0,-1-1 0 0 0,1 1 0 0 0,-1-1 0 0 0,1 0 0 0 0,-1 1 0 0 0,1-1 0 0 0,-1 0 0 0 0,1 0 0 0 0,-1 1 0 0 0,1-1 0 0 0,-1 0 0 0 0,-1 0 0 0 0,1 1 0 0 0,-2 0 3 0 0,0 0 0 0 0,0 0 0 0 0,0 0 1 0 0,0 0-1 0 0,-1 0 0 0 0,1-1 0 0 0,0 0 0 0 0,0 1 0 0 0,-1-1 0 0 0,1 0 0 0 0,0-1 0 0 0,0 1 0 0 0,-1 0 0 0 0,1-1 0 0 0,0 0 0 0 0,0 0 0 0 0,0 0 0 0 0,0 0 0 0 0,0 0 0 0 0,-5-3 0 0 0,6 3 0 0 0,0-1-1 0 0,-1 1 1 0 0,1-1 0 0 0,0 0-1 0 0,0 0 1 0 0,0 0-1 0 0,0 0 1 0 0,0 0-1 0 0,0 0 1 0 0,1 0-1 0 0,-1-1 1 0 0,1 1 0 0 0,-1-1-1 0 0,1 1 1 0 0,0-1-1 0 0,0 1 1 0 0,0-1-1 0 0,1 0 1 0 0,-1 0 0 0 0,1 1-1 0 0,-1-1 1 0 0,1 0-1 0 0,0 0 1 0 0,0-3-1 0 0,1-3 3 0 0,1-1-1 0 0,0 0 1 0 0,1 1 0 0 0,0-1-1 0 0,0 1 1 0 0,1 0-1 0 0,0 0 1 0 0,1 0-1 0 0,0 0 1 0 0,0 1 0 0 0,1 0-1 0 0,0 0 1 0 0,10-10-1 0 0,-14 17-5 0 0,0-1-1 0 0,0 0 0 0 0,1 0 0 0 0,-1 1 1 0 0,0-1-1 0 0,1 1 0 0 0,-1 0 1 0 0,1 0-1 0 0,-1 0 0 0 0,1 0 0 0 0,-1 0 1 0 0,1 0-1 0 0,0 1 0 0 0,-1-1 1 0 0,1 1-1 0 0,0 0 0 0 0,-1 0 1 0 0,4 0-1 0 0,-2 1-4 0 0,0 0 0 0 0,0 0 0 0 0,-1 0 0 0 0,1 0 0 0 0,0 1 0 0 0,-1 0 0 0 0,1-1 0 0 0,-1 1 0 0 0,0 0 0 0 0,0 1 0 0 0,5 3 0 0 0,1 3-9 0 0,1 1 1 0 0,-1 0-1 0 0,-1 1 0 0 0,0 0 0 0 0,0 1 0 0 0,6 13 0 0 0,0-1 15 0 0,-8-14 0 0 0,0 1 0 0 0,6 16 0 0 0,-11-23 0 0 0,1 0 0 0 0,-1 0 0 0 0,0 1 0 0 0,-1-1 0 0 0,1 1 0 0 0,-1-1 0 0 0,0 1 0 0 0,0-1 0 0 0,0 1 0 0 0,-1 5 0 0 0,-2 0 0 0 0,-4 3 0 0 0,3-10 0 0 0,2-2 0 0 0,-2 2 8 0 0,0 0-1 0 0,0-1 0 0 0,0 1 1 0 0,0-1-1 0 0,-1 0 0 0 0,1 0 1 0 0,0-1-1 0 0,-1 1 0 0 0,0-1 1 0 0,1 0-1 0 0,-1 0 0 0 0,-9 0 1 0 0,6 0 8 0 0,-1-1 1 0 0,1-1-1 0 0,0 0 1 0 0,-1 0-1 0 0,1 0 1 0 0,-13-5-1 0 0,20 6-17 0 0,-1-1 4 0 0,1 1 0 0 0,-1-1 0 0 0,1 1 0 0 0,-1-1 0 0 0,1 1 0 0 0,0-1 0 0 0,-1 0-1 0 0,1 0 1 0 0,0 0 0 0 0,0 0 0 0 0,-1 0 0 0 0,1 0 0 0 0,0 0 0 0 0,0 0 0 0 0,0-1 0 0 0,0 1-1 0 0,0 0 1 0 0,1 0 0 0 0,-1-1 0 0 0,0 1 0 0 0,1-1 0 0 0,-1 1 0 0 0,1-1 0 0 0,-1 1 0 0 0,1-1-1 0 0,-1-1 1 0 0,1 0 0 0 0,0 0-1 0 0,0 0 1 0 0,0 0-1 0 0,0-1 1 0 0,1 1-1 0 0,0 0 1 0 0,-1 0-1 0 0,1 0 0 0 0,0 0 1 0 0,0 1-1 0 0,0-1 1 0 0,3-4-1 0 0,-1 1 5 0 0,1 0-1 0 0,0 0 1 0 0,0 0-1 0 0,8-8 0 0 0,0 3 16 0 0,1 0-1 0 0,23-15 0 0 0,-23 18-21 0 0,-9 8 0 0 0,-1 0 0 0 0,-3 0 0 0 0,1 0 0 0 0,0 0 0 0 0,0-1 0 0 0,-1 1 0 0 0,1 0 0 0 0,0 0 0 0 0,0 0 0 0 0,-1 0 0 0 0,1 0 0 0 0,0 0 0 0 0,0 0 0 0 0,0 0 0 0 0,-1 0 0 0 0,1 1 0 0 0,0-1 0 0 0,0 0 0 0 0,-1 0 0 0 0,1 1 0 0 0,0-1 0 0 0,-1 0 0 0 0,1 1 0 0 0,0-1 0 0 0,-1 1 0 0 0,1-1 0 0 0,0 1 0 0 0,1 1 0 0 0,0-1 0 0 0,4 3-8 0 0,0-1 0 0 0,0 1 0 0 0,-1 0 0 0 0,1 1 0 0 0,-1-1 0 0 0,0 1 0 0 0,0 0 0 0 0,-1 0 0 0 0,8 11 0 0 0,-8-10 8 0 0,1 0 0 0 0,-2 0 0 0 0,1 0 0 0 0,-1 1 0 0 0,0-1 0 0 0,4 11 0 0 0,-4-3 0 0 0,-5-11 0 0 0,1 0 0 0 0,1-1 0 0 0,-1 0 0 0 0,1 0 0 0 0,-1 0 0 0 0,1 0 0 0 0,-1 0 0 0 0,0 0 0 0 0,0 0 0 0 0,0 0 0 0 0,0 0 0 0 0,0 0 0 0 0,0 0 0 0 0,0-1 0 0 0,-1 1 0 0 0,1 0 0 0 0,-1-1 0 0 0,-2 3 0 0 0,0 0 0 0 0,0-1 2 0 0,0 0 1 0 0,0 0-1 0 0,0 0 0 0 0,0-1 0 0 0,0 1 0 0 0,0-1 0 0 0,0 0 0 0 0,-1 0 1 0 0,1-1-1 0 0,-1 0 0 0 0,0 1 0 0 0,1-1 0 0 0,-1-1 0 0 0,-7 1 0 0 0,5 0 2 0 0,0-1-1 0 0,-1-1 1 0 0,1 1 0 0 0,0-1-1 0 0,0-1 1 0 0,-1 1-1 0 0,1-1 1 0 0,-12-5-1 0 0,6 0-3 0 0,6 0 0 0 0,6 3 0 0 0,0 3 4 0 0,0 0-1 0 0,0-1 0 0 0,0 1 1 0 0,0-1-1 0 0,1 0 1 0 0,-1 1-1 0 0,1-1 0 0 0,-1 1 1 0 0,1-1-1 0 0,-1 0 0 0 0,1 0 1 0 0,0 1-1 0 0,0-1 0 0 0,0 0 1 0 0,0 1-1 0 0,0-1 1 0 0,0 0-1 0 0,1-2 0 0 0,0-1-3 0 0,0 0 0 0 0,1 0 0 0 0,0 0 0 0 0,0 1 0 0 0,0-1 0 0 0,1 1 0 0 0,0-1 0 0 0,0 1 0 0 0,0 0 0 0 0,0 0 0 0 0,7-7 0 0 0,2-3 0 0 0,-3 3 0 0 0,0 0 0 0 0,0 1 0 0 0,1 1 0 0 0,0-1 0 0 0,22-14 0 0 0,-29 21 0 0 0,1 1 0 0 0,-1 0 0 0 0,1 0 0 0 0,0 1 0 0 0,0-1 0 0 0,0 1 0 0 0,0 0 0 0 0,0 0 0 0 0,0 0 0 0 0,1 0 0 0 0,-1 1 0 0 0,0-1 0 0 0,0 1 0 0 0,0 0 0 0 0,1 1 0 0 0,-1-1 0 0 0,0 1 0 0 0,0 0 0 0 0,0 0 0 0 0,0 0 0 0 0,0 0 0 0 0,0 1 0 0 0,5 2 0 0 0,-1 0-10 0 0,0 1-1 0 0,0 0 0 0 0,0 0 1 0 0,-1 1-1 0 0,0 0 0 0 0,0 0 1 0 0,0 1-1 0 0,-1 0 0 0 0,0 0 1 0 0,0 0-1 0 0,7 13 0 0 0,-12-19 11 0 0,0 1 0 0 0,0-1 0 0 0,-1 0 0 0 0,1 1 0 0 0,0-1 0 0 0,-1 1 0 0 0,1-1 0 0 0,-1 1 0 0 0,1-1 0 0 0,-1 1 0 0 0,0 0 0 0 0,0-1 0 0 0,0 1 0 0 0,0-1 0 0 0,0 1 0 0 0,0 0 0 0 0,0-1 0 0 0,0 1 0 0 0,-1-1 0 0 0,0 3 0 0 0,0-2 0 0 0,0 0 0 0 0,0 0 0 0 0,0 0 0 0 0,0 0 0 0 0,-1-1 0 0 0,1 1 0 0 0,-1 0 0 0 0,0-1 0 0 0,1 1 0 0 0,-1-1 0 0 0,0 0 0 0 0,-3 3 0 0 0,-3 0 0 0 0,1-1 0 0 0,0 0 0 0 0,-1 0 0 0 0,0-1 0 0 0,1 0 0 0 0,-1 0 0 0 0,-10 0 0 0 0,-3-1-8 0 0,0 0 0 0 0,0-2 0 0 0,-1 0 0 0 0,1-2 0 0 0,0 0 0 0 0,1-1 0 0 0,-1-2 0 0 0,-25-9 0 0 0,43 14 8 0 0,1 0 0 0 0,-1 0 0 0 0,0 0 0 0 0,0-1 0 0 0,1 1 0 0 0,-1-1 0 0 0,1 0 0 0 0,-1 0 0 0 0,1 0 0 0 0,-1 0 0 0 0,1 0 0 0 0,0 0 0 0 0,0-1 0 0 0,0 1 0 0 0,1-1 0 0 0,-1 1 0 0 0,1-1 0 0 0,-1 0 0 0 0,1 1 0 0 0,0-1 0 0 0,0 0 0 0 0,0 0 0 0 0,0 0 0 0 0,0 0 0 0 0,1 0 0 0 0,0 0 0 0 0,-1 0 0 0 0,1 0 0 0 0,0 0 0 0 0,0-1 0 0 0,1 1 0 0 0,-1 0 0 0 0,1 0 0 0 0,-1 0 0 0 0,1 0 0 0 0,0 0 0 0 0,0 1 0 0 0,0-1 0 0 0,1 0 0 0 0,-1 0 0 0 0,1 1 0 0 0,-1-1 0 0 0,3-2 0 0 0,3-5-3 0 0,1 0-1 0 0,0 0 1 0 0,0 1-1 0 0,1 0 0 0 0,0 0 1 0 0,0 1-1 0 0,1 1 1 0 0,0-1-1 0 0,20-9 0 0 0,-24 14 3 0 0,-1 0-1 0 0,2 1 0 0 0,-1 0 0 0 0,0 0 1 0 0,0 1-1 0 0,1 0 0 0 0,-1 0 1 0 0,0 0-1 0 0,1 1 0 0 0,-1 0 0 0 0,1 0 1 0 0,-1 0-1 0 0,1 1 0 0 0,-1 0 1 0 0,1 0-1 0 0,-1 1 0 0 0,0 0 0 0 0,0 0 1 0 0,0 0-1 0 0,8 5 0 0 0,-7-3-1 0 0,-1 0-1 0 0,1 0 1 0 0,-1 1-1 0 0,0 0 1 0 0,0 0-1 0 0,-1 0 0 0 0,1 1 1 0 0,-1 0-1 0 0,0 0 1 0 0,-1 0-1 0 0,0 1 1 0 0,0 0-1 0 0,0-1 1 0 0,-1 1-1 0 0,1 1 0 0 0,-2-1 1 0 0,5 15-1 0 0,-7-19-1 0 0,0 1-1 0 0,0-1 0 0 0,0 1 0 0 0,0 0 0 0 0,0-1 1 0 0,-1 1-1 0 0,0-1 0 0 0,1 1 0 0 0,-4 5 1 0 0,-14 30-75 0 0,13-28 73 0 0,1-5 7 0 0,4-6 2 0 0,0 1-1 0 0,-1-1 0 0 0,1 1 0 0 0,0-1 1 0 0,0 0-1 0 0,-1 1 0 0 0,1-1 0 0 0,0 0 0 0 0,0 1 1 0 0,-1-1-1 0 0,1 0 0 0 0,0 1 0 0 0,-1-1 1 0 0,1 0-1 0 0,-1 0 0 0 0,1 1 0 0 0,0-1 1 0 0,-1 0-1 0 0,1 0 0 0 0,-1 0 0 0 0,1 1 1 0 0,0-1-1 0 0,-1 0 0 0 0,1 0 0 0 0,-1 0 1 0 0,1 0-1 0 0,-1 0 0 0 0,1 0 0 0 0,-1 0 1 0 0,1 0-1 0 0,-1 0 0 0 0,1 0 0 0 0,0 0 0 0 0,-1-1 1 0 0,1 1-1 0 0,-1 0 0 0 0,1 0 0 0 0,-1 0 1 0 0,1 0-1 0 0,0-1 0 0 0,-1 1 0 0 0,0-1 1 0 0,0 0 0 0 0,0 0 1 0 0,0-1 0 0 0,0 1-1 0 0,0 0 1 0 0,0-1 0 0 0,0 1-1 0 0,0-1 1 0 0,0 0 0 0 0,1 1-1 0 0,-1-1 1 0 0,0 0 0 0 0,1 0-1 0 0,0 1 1 0 0,-1-1 0 0 0,1 0-1 0 0,0 0 1 0 0,0 1 0 0 0,0-1-1 0 0,0 0 1 0 0,0 0 0 0 0,0 0-1 0 0,1 1 1 0 0,-1-1 0 0 0,1 0-1 0 0,-1 0 1 0 0,1 1 0 0 0,0-3-1 0 0,3-4 5 0 0,0 1-1 0 0,0 0 1 0 0,1 0-1 0 0,0 0 1 0 0,0 0-1 0 0,1 1 1 0 0,6-6 0 0 0,47-39 63 0 0,-43 38-65 0 0,-7 6-3 0 0,0 1 0 0 0,0 0-1 0 0,1 0 1 0 0,0 1-1 0 0,-1 0 1 0 0,2 0 0 0 0,-1 1-1 0 0,14-3 1 0 0,-21 6-8 0 0,1 0 0 0 0,0 0 0 0 0,-1 1 0 0 0,1 0 0 0 0,0 0 1 0 0,-1 0-1 0 0,1 0 0 0 0,0 0 0 0 0,0 1 0 0 0,-1-1 0 0 0,1 1 0 0 0,-1 0 0 0 0,1 0 1 0 0,-1 1-1 0 0,1-1 0 0 0,-1 1 0 0 0,0 0 0 0 0,1-1 0 0 0,-1 2 0 0 0,0-1 0 0 0,0 0 0 0 0,-1 0 1 0 0,1 1-1 0 0,0 0 0 0 0,-1-1 0 0 0,0 1 0 0 0,1 0 0 0 0,2 5 0 0 0,0 1-3 0 0,-1 1 0 0 0,0-1 0 0 0,0 1 0 0 0,0 0 0 0 0,-2 0 0 0 0,4 19 0 0 0,-3-12-12 0 0,-2 0 0 0 0,0-1 0 0 0,-3 27-1 0 0,2-42 20 0 0,1-1 0 0 0,-1 1 0 0 0,0 0 0 0 0,0 0 0 0 0,0 0 0 0 0,0 0-1 0 0,-1 0 1 0 0,1 0 0 0 0,0 0 0 0 0,0 0 0 0 0,0 0 0 0 0,-1 0 0 0 0,1-1 0 0 0,0 1-1 0 0,-1 0 1 0 0,1 0 0 0 0,-1 0 0 0 0,1-1 0 0 0,-2 2 0 0 0,0 1-9 0 0,1-1 14 0 0,-1 0 1 0 0,1 0-1 0 0,0 0 0 0 0,-1 0 1 0 0,1 0-1 0 0,-1 0 0 0 0,0-1 1 0 0,0 1-1 0 0,1 0 0 0 0,-1-1 1 0 0,0 0-1 0 0,0 1 0 0 0,-1-1 1 0 0,1 0-1 0 0,0 0 0 0 0,0 0 1 0 0,-1 0-1 0 0,-4 1 0 0 0,2-1 9 0 0,-12 3 21 0 0,0-1 0 0 0,0-1 1 0 0,-1-1-1 0 0,1 0 0 0 0,-21-2 1 0 0,16 0-63 0 0,-1-1 1 0 0,1-1 0 0 0,0 0 0 0 0,-41-14-1 0 0,61 17 31 0 0,0-1-1 0 0,0 0 0 0 0,1 1 1 0 0,-1-1-1 0 0,0 0 1 0 0,1 0-1 0 0,-1 0 0 0 0,1-1 1 0 0,-1 1-1 0 0,1 0 1 0 0,0 0-1 0 0,-1-1 0 0 0,1 1 1 0 0,0-1-1 0 0,0 1 1 0 0,0-1-1 0 0,0 0 0 0 0,0 1 1 0 0,0-1-1 0 0,1 0 1 0 0,-1 0-1 0 0,0-3 0 0 0,0 3 1 0 0,1 0 0 0 0,0-1 0 0 0,0 1-1 0 0,1-1 1 0 0,-1 1 0 0 0,0-1 0 0 0,1 1 0 0 0,0 0-1 0 0,-1-1 1 0 0,1 1 0 0 0,0 0 0 0 0,0 0-1 0 0,0-1 1 0 0,1 1 0 0 0,-1 0 0 0 0,0 0 0 0 0,4-3-1 0 0,3-4 4 0 0,2 1 0 0 0,-1 0 0 0 0,1 0 0 0 0,0 1-1 0 0,0 0 1 0 0,1 1 0 0 0,0 0 0 0 0,0 0 0 0 0,0 2-1 0 0,1-1 1 0 0,0 1 0 0 0,0 1 0 0 0,0 0 0 0 0,18-1-1 0 0,-27 3-4 0 0,1 1 0 0 0,-1 0 0 0 0,1 0 0 0 0,-1 1 0 0 0,0-1 0 0 0,1 1 0 0 0,-1-1 0 0 0,0 1 0 0 0,0 0 0 0 0,1 1 0 0 0,-1-1 0 0 0,0 0 0 0 0,0 1 0 0 0,0 0 0 0 0,-1 0 0 0 0,1 0 0 0 0,4 3 0 0 0,-5-3 0 0 0,-1 0 0 0 0,1 0 0 0 0,-1 0 0 0 0,0 0 0 0 0,0 0 0 0 0,0 0 0 0 0,0 1 0 0 0,0-1 0 0 0,0 0 0 0 0,0 0 0 0 0,-1 1 0 0 0,1-1 0 0 0,-1 0 0 0 0,0 1 0 0 0,0-1 0 0 0,0 1 0 0 0,0-1 0 0 0,0 0 0 0 0,0 1 0 0 0,0-1 0 0 0,-1 0 0 0 0,1 1 0 0 0,-1-1 0 0 0,0 0 0 0 0,-2 4 0 0 0,0 3 3 0 0,-2-1 0 0 0,1 0 0 0 0,-1 0 0 0 0,0 0-1 0 0,-1 0 1 0 0,1-1 0 0 0,-11 10 0 0 0,9-11 0 0 0,-1 0 0 0 0,1 0 0 0 0,-1-1 1 0 0,0 0-1 0 0,0 0 0 0 0,0-1 0 0 0,-1 0 0 0 0,0 0 1 0 0,1-1-1 0 0,-1 0 0 0 0,0-1 0 0 0,-12 2 0 0 0,16-3-1 0 0,1-1-1 0 0,-1 0 1 0 0,0 0-1 0 0,0 0 1 0 0,1-1-1 0 0,-1 1 0 0 0,0-1 1 0 0,1 0-1 0 0,-1-1 1 0 0,0 1-1 0 0,1-1 1 0 0,0 0-1 0 0,-1 0 1 0 0,1 0-1 0 0,0 0 1 0 0,0-1-1 0 0,0 0 1 0 0,0 0-1 0 0,1 0 0 0 0,-1 0 1 0 0,-4-7-1 0 0,5 7 1 0 0,1 0-1 0 0,-1-1 0 0 0,1 0 0 0 0,0 1 1 0 0,0-1-1 0 0,1 0 0 0 0,-1 0 1 0 0,1 0-1 0 0,0 0 0 0 0,0 0 0 0 0,0 0 1 0 0,0 0-1 0 0,1 0 0 0 0,-1 0 1 0 0,1-1-1 0 0,0 1 0 0 0,1 0 0 0 0,-1 0 1 0 0,1 0-1 0 0,0 0 0 0 0,0 0 0 0 0,0 0 1 0 0,0 0-1 0 0,4-7 0 0 0,-2 6-1 0 0,-1 0 0 0 0,1-1 0 0 0,1 2 0 0 0,-1-1 0 0 0,1 0 0 0 0,0 1 0 0 0,0 0 0 0 0,0-1 0 0 0,8-4 0 0 0,-9 7 0 0 0,1 0 0 0 0,-1 0 0 0 0,0 0 0 0 0,1 1 0 0 0,-1 0 0 0 0,1-1 0 0 0,-1 1 0 0 0,1 0 0 0 0,-1 1 0 0 0,1-1 0 0 0,0 1 0 0 0,0 0 0 0 0,-1 0 0 0 0,1 0 0 0 0,0 0 0 0 0,4 1 0 0 0,-6 0-3 0 0,1-1 1 0 0,-1 1-1 0 0,0 0 0 0 0,1 0 0 0 0,-1 0 0 0 0,0 0 0 0 0,0 1 1 0 0,0-1-1 0 0,0 0 0 0 0,0 1 0 0 0,0 0 0 0 0,0-1 0 0 0,-1 1 1 0 0,1 0-1 0 0,-1 0 0 0 0,1 0 0 0 0,-1 0 0 0 0,1 0 0 0 0,-1 0 1 0 0,0 0-1 0 0,0 1 0 0 0,0-1 0 0 0,1 4 0 0 0,0 3-8 0 0,0 0 0 0 0,-1-1-1 0 0,1 1 1 0 0,-2 0 0 0 0,1 10-1 0 0,-1-14 12 0 0,0-3 0 0 0,0 0 0 0 0,0-1 0 0 0,0 1 0 0 0,0 0 0 0 0,0 0 0 0 0,-1-1 0 0 0,1 1 0 0 0,-1 0 0 0 0,1 0 0 0 0,-1-1 0 0 0,1 1 0 0 0,-1 0 0 0 0,0-1 0 0 0,0 1 0 0 0,0-1 0 0 0,0 1 0 0 0,0-1 0 0 0,0 0 0 0 0,0 1 0 0 0,-1-1 0 0 0,-1 2 0 0 0,-1 2 7 0 0,-1-1 0 0 0,1-1 1 0 0,-1 1-1 0 0,1 0 0 0 0,-1-1 0 0 0,0 0 0 0 0,0 0 0 0 0,0-1 0 0 0,-1 1 0 0 0,1-1 0 0 0,-1 0 0 0 0,1-1 0 0 0,-1 1 0 0 0,1-1 0 0 0,-1 0 0 0 0,0-1 1 0 0,0 1-1 0 0,0-1 0 0 0,1 0 0 0 0,-1-1 0 0 0,0 1 0 0 0,-6-2 0 0 0,10 1-3 0 0,-1 1 0 0 0,1 0 0 0 0,-1-1 0 0 0,1 0 0 0 0,-1 1 0 0 0,1-1 0 0 0,-1 0 0 0 0,1 0 0 0 0,0 0 0 0 0,0-1 0 0 0,-3-1 0 0 0,0-1 1 0 0,-10-6-5 0 0,12 5 0 0 0,1 1 0 0 0,-2-1 0 0 0,-1-1 0 0 0,1 0 0 0 0,0 0 0 0 0,0 0 0 0 0,1 0 0 0 0,0 0 0 0 0,0-1 0 0 0,-3-9 0 0 0,6 14 0 0 0,-1-1 0 0 0,1 0 0 0 0,-1 0 0 0 0,1 1 0 0 0,0-1 0 0 0,0 0 0 0 0,1 0 0 0 0,-1 0 0 0 0,1 1 0 0 0,-1-1 0 0 0,1 0 0 0 0,0 1 0 0 0,0-1 0 0 0,0 0 0 0 0,0 1 0 0 0,0-1 0 0 0,0 1 0 0 0,1 0 0 0 0,0-1 0 0 0,-1 1 0 0 0,1 0 0 0 0,0 0 0 0 0,0 0 0 0 0,3-3 0 0 0,-1 3-4 0 0,0-1-1 0 0,0 1 0 0 0,0 0 0 0 0,0 0 1 0 0,1 1-1 0 0,-1-1 0 0 0,1 1 0 0 0,-1 0 1 0 0,1 0-1 0 0,-1 1 0 0 0,1-1 0 0 0,-1 1 1 0 0,1 0-1 0 0,0 0 0 0 0,8 2 0 0 0,-10-2 2 0 0,-1 0-1 0 0,1 1 0 0 0,-1 0 0 0 0,1-1 1 0 0,-1 1-1 0 0,0 0 0 0 0,1 0 0 0 0,-1 1 1 0 0,0-1-1 0 0,0 0 0 0 0,0 1 1 0 0,0-1-1 0 0,3 4 0 0 0,-4-4 3 0 0,0 0 0 0 0,0 1 0 0 0,0-1 0 0 0,-1 1 0 0 0,1-1 0 0 0,0 1 0 0 0,-1-1 0 0 0,1 1 0 0 0,-1 0 0 0 0,0-1 0 0 0,1 1 0 0 0,-1 0 0 0 0,0-1 0 0 0,0 1 0 0 0,0 0 0 0 0,0 0 0 0 0,0-1-1 0 0,0 1 1 0 0,-1 0 0 0 0,1-1 0 0 0,0 1 0 0 0,-2 1 0 0 0,1 2 4 0 0,-2-1 0 0 0,1 1 0 0 0,0 0 0 0 0,-1-1 0 0 0,0 0 1 0 0,0 0-1 0 0,0 0 0 0 0,0 0 0 0 0,-1 0 0 0 0,0-1 0 0 0,1 1 0 0 0,-1-1 0 0 0,0 0 0 0 0,-6 3 0 0 0,1-1 0 0 0,-1 0 0 0 0,0 0 0 0 0,1-1 0 0 0,-1 0 0 0 0,-19 4 0 0 0,-10-2-3 0 0,37-6 0 0 0,1 0 0 0 0,-1 1 0 0 0,0-1 0 0 0,0 0 0 0 0,0 0 0 0 0,0 0 0 0 0,0 0 0 0 0,1-1 0 0 0,-1 1 0 0 0,0 0 0 0 0,0-1 0 0 0,0 1 0 0 0,-2-2 0 0 0,-3-1 0 0 0,-6 0 25 0 0,0-1 0 0 0,0-1 0 0 0,-18-9 0 0 0,24 11-12 0 0,0-1-1 0 0,1 0 1 0 0,0 0-1 0 0,-1 0 1 0 0,2-1-1 0 0,-1 0 1 0 0,-9-12-1 0 0,12 15-12 0 0,1 0 0 0 0,0-1 0 0 0,1 1 0 0 0,-1-1 0 0 0,0 1 0 0 0,1-1 0 0 0,-1 0 0 0 0,1 0 0 0 0,0 1 0 0 0,0-1 0 0 0,0 0 0 0 0,0 0 0 0 0,1 0 0 0 0,-1-4 0 0 0,1 5 0 0 0,0-6 0 0 0,0-2 0 0 0,3 3 0 0 0,3-1 0 0 0,-6 8 0 0 0,0 0 0 0 0,0 0 0 0 0,1 0 0 0 0,-1-1 0 0 0,0 1 0 0 0,0 0 0 0 0,0 0 0 0 0,0 0 0 0 0,0 0 0 0 0,0-1 0 0 0,0 1 0 0 0,1 0 0 0 0,-1 0 0 0 0,0 0 0 0 0,0 0 0 0 0,0 0 0 0 0,0-1 0 0 0,1 1 0 0 0,-1 0 0 0 0,0 0 0 0 0,0 0 0 0 0,0 0 0 0 0,0 0 0 0 0,1 0 0 0 0,-1 0 0 0 0,0 0 0 0 0,0 0 0 0 0,0 0 0 0 0,1 0 0 0 0,-1 0 0 0 0,0 0 0 0 0,0 0 0 0 0,0 0 0 0 0,1 0 0 0 0,-1 0 0 0 0,0 0 0 0 0,0 0 0 0 0,0 0 0 0 0,1 0 0 0 0,-1 0 0 0 0,0 0 0 0 0,0 0 0 0 0,0 0 0 0 0,0 1 0 0 0,1-1 0 0 0,-1 0 0 0 0,0 0 0 0 0,0 0 0 0 0,0 0 0 0 0,0 0 0 0 0,0 1 0 0 0,1-1 0 0 0,-1 0 0 0 0,0 0 0 0 0,0 0 0 0 0,0 0 0 0 0,0 1 0 0 0,0-1 0 0 0,0 0 0 0 0,0 0 0 0 0,0 0 0 0 0,0 1 0 0 0,0-1 0 0 0,0 0 0 0 0,0 0 0 0 0,0 0 0 0 0,0 1 0 0 0,0-1 0 0 0,0 0 0 0 0,2 5-6 0 0,-1 1-1 0 0,-1-1 0 0 0,1 0 0 0 0,-1 1 0 0 0,0-1 1 0 0,0 0-1 0 0,0 1 0 0 0,-1-1 0 0 0,-2 9 0 0 0,-1 2-27 0 0,-11 28 0 0 0,11-31 24 0 0,2-8 2 0 0,-1 1-1 0 0,1 0 0 0 0,-1-1 0 0 0,0 0 1 0 0,0 1-1 0 0,0-1 0 0 0,-5 4 0 0 0,-5 8 9 0 0,12-16-6 0 0,-1 1 9 0 0,1 0 0 0 0,0-1 0 0 0,-1 1 0 0 0,1-1 0 0 0,-1 1 1 0 0,0-1-1 0 0,1 0 0 0 0,-1 0 0 0 0,0 0 0 0 0,0 0 0 0 0,0 0 0 0 0,0 0 0 0 0,0 0 0 0 0,0-1 0 0 0,0 1 0 0 0,0-1 0 0 0,0 1 0 0 0,0-1 0 0 0,0 0 0 0 0,0 0 0 0 0,0 0 0 0 0,-3 0 0 0 0,0-1-1 0 0,0 0 0 0 0,1 0 0 0 0,0-1 0 0 0,-1 1 0 0 0,-5-4 0 0 0,4-1 60 0 0,1-2 16 0 0,4 6-73 0 0,1 1 0 0 0,-1-1 0 0 0,1 0 0 0 0,0 0 0 0 0,0 0 0 0 0,0 0 0 0 0,0 0-1 0 0,0 1 1 0 0,0-1 0 0 0,1 0 0 0 0,-1 0 0 0 0,0 0 0 0 0,1 0 0 0 0,0-1 0 0 0,1-2 1 0 0,-2 2-3 0 0,1 0 0 0 0,0 0 1 0 0,0 0-1 0 0,1 0 0 0 0,-1 0 0 0 0,1 0 0 0 0,-1 1 0 0 0,1-1 0 0 0,0 1 0 0 0,0-1 0 0 0,0 1 0 0 0,4-4 0 0 0,0 1 4 0 0,1 0 0 0 0,-1 1-1 0 0,1 0 1 0 0,0 0 0 0 0,9-3-1 0 0,-7 3-6 0 0,-1 2-10 0 0,-8 2 5 0 0,1 0 1 0 0,-1 0-1 0 0,1 0 1 0 0,-1 0-1 0 0,1 0 0 0 0,-1 0 1 0 0,0 0-1 0 0,1 0 1 0 0,-1 0-1 0 0,1 0 1 0 0,-1 0-1 0 0,1 0 1 0 0,-1 0-1 0 0,0 0 1 0 0,1 1-1 0 0,-1-1 1 0 0,1 0-1 0 0,-1 0 1 0 0,0 0-1 0 0,1 1 0 0 0,-1-1 1 0 0,0 0-1 0 0,1 0 1 0 0,-1 1-1 0 0,1 0 1 0 0,1 0 0 0 0,-1 0 0 0 0,0 0-1 0 0,0 0 1 0 0,0 1 0 0 0,-1-1 0 0 0,1 0-1 0 0,0 1 1 0 0,0-1 0 0 0,-1 0 0 0 0,1 1 0 0 0,-1-1-1 0 0,1 3 1 0 0,-1-1 1 0 0,0 1 0 0 0,0-1 0 0 0,0 1 1 0 0,-1-1-1 0 0,-1 5 0 0 0,2-7 3 0 0,0 4 0 0 0,-1 1 0 0 0,-8 17 0 0 0,9-22 6 0 0,0 1-1 0 0,-1-1 0 0 0,1 0 1 0 0,-1 0-1 0 0,0 0 0 0 0,1 0 1 0 0,-1 0-1 0 0,0-1 0 0 0,1 1 1 0 0,-1 0-1 0 0,0 0 0 0 0,0 0 1 0 0,0-1-1 0 0,0 1 0 0 0,0 0 0 0 0,1-1 1 0 0,-1 1-1 0 0,-1-1 0 0 0,1 1 1 0 0,0-1-1 0 0,0 1 0 0 0,0-1 1 0 0,0 0-1 0 0,0 1 0 0 0,0-1 1 0 0,0 0-1 0 0,0 0 0 0 0,-1 0 1 0 0,1 0-1 0 0,0 0 0 0 0,0 0 1 0 0,0 0-1 0 0,0-1 0 0 0,0 1 1 0 0,-1 0-1 0 0,1-1 0 0 0,0 1 1 0 0,-1-1-1 0 0,1 1-7 0 0,-3-2 17 0 0,1 1 1 0 0,0-1 0 0 0,0 0-1 0 0,0 0 1 0 0,0 0 0 0 0,0 0 0 0 0,0-1-1 0 0,-3-3 1 0 0,4 2-4 0 0,0-1 0 0 0,0 0 0 0 0,1 1 0 0 0,-1-1 0 0 0,1 0 0 0 0,0 0 0 0 0,1 0 0 0 0,-1 0 0 0 0,1 0-1 0 0,0 0 1 0 0,0 0 0 0 0,0 0 0 0 0,3-9 0 0 0,1-5 59 0 0,1 1 0 0 0,10-24 0 0 0,-11 32-16 0 0,-1 3-29 0 0,0-1 0 0 0,0 1 0 0 0,0 0 0 0 0,1 0 0 0 0,5-7 0 0 0,-7 12-26 0 0,-1 0 0 0 0,1 1 0 0 0,-1-1 0 0 0,1 0 0 0 0,0 1 0 0 0,0 0 0 0 0,0-1 0 0 0,0 1 0 0 0,0 0 0 0 0,0 0 0 0 0,0 0 0 0 0,0 0 0 0 0,0 0 1 0 0,0 0-1 0 0,1 1 0 0 0,-1-1 0 0 0,0 1 0 0 0,0 0 0 0 0,1-1 0 0 0,-1 1 0 0 0,5 1 0 0 0,-2-1-12 0 0,0 1-1 0 0,0 0 1 0 0,0 0-1 0 0,0 0 1 0 0,0 1-1 0 0,0 0 1 0 0,0 0 0 0 0,0 0-1 0 0,-1 0 1 0 0,1 1-1 0 0,-1 0 1 0 0,1 0 0 0 0,-1 0-1 0 0,0 0 1 0 0,0 1-1 0 0,5 6 1 0 0,-4-3 6 0 0,1 1 0 0 0,-1 0-1 0 0,-1 0 1 0 0,1 1 0 0 0,-1-1 0 0 0,-1 1 0 0 0,0 0-1 0 0,3 13 1 0 0,-2-11 6 0 0,-2-8 0 0 0,-1 0 0 0 0,0 0 0 0 0,0 1 0 0 0,-1-1 0 0 0,1 0 0 0 0,-1 0 0 0 0,1 0 0 0 0,-1 0 0 0 0,0 1 0 0 0,0-1 0 0 0,-1 4 0 0 0,1-6 3 0 0,0 1-1 0 0,-1-1 0 0 0,1 0 1 0 0,0 1-1 0 0,-1-1 0 0 0,1 0 1 0 0,-1 1-1 0 0,1-1 0 0 0,-1 0 1 0 0,0 1-1 0 0,1-1 0 0 0,-1 0 0 0 0,0 0 1 0 0,0 0-1 0 0,0 0 0 0 0,0 0 1 0 0,0 0-1 0 0,0 0 0 0 0,0 0 1 0 0,-2 1-1 0 0,0 0 9 0 0,0-1-1 0 0,0 0 1 0 0,1 0 0 0 0,-1 0 0 0 0,0-1-1 0 0,0 1 1 0 0,0 0 0 0 0,0-1 0 0 0,-5 0-1 0 0,2 0 4 0 0,0 0 1 0 0,0-1-1 0 0,1 0 0 0 0,-1 0 0 0 0,0 0 0 0 0,0-1 1 0 0,1 1-1 0 0,-1-2 0 0 0,1 1 0 0 0,-6-3 0 0 0,8 2-12 0 0,-1 1 0 0 0,1-1 0 0 0,-1 0 0 0 0,1 0 0 0 0,0-1 0 0 0,0 1 0 0 0,0 0 0 0 0,1-1 0 0 0,-1 0 0 0 0,1 0 0 0 0,0 1 0 0 0,0-1 0 0 0,0-1 0 0 0,1 1 0 0 0,-3-8 0 0 0,3 3 3 0 0,0 0-1 0 0,0 0 1 0 0,0 0 0 0 0,1 0-1 0 0,1-1 1 0 0,1-13-1 0 0,0 11 12 0 0,0-1 0 0 0,-1 0 0 0 0,-1 0 0 0 0,0 0 0 0 0,-1 0 0 0 0,0 0 0 0 0,-1 1 0 0 0,-1-1 0 0 0,0 0 0 0 0,-1 1 0 0 0,-7-19 0 0 0,10 30 504 0 0,2 0-515 0 0,-1 0-1 0 0,0 0 0 0 0,1 0 1 0 0,-1 1-1 0 0,1-1 0 0 0,0 0 0 0 0,-1 0 1 0 0,1 0-1 0 0,0 1 0 0 0,-1-1 1 0 0,1 0-1 0 0,0 1 0 0 0,0-1 1 0 0,-1 0-1 0 0,1 1 0 0 0,0-1 1 0 0,0 1-1 0 0,0 0 0 0 0,0-1 0 0 0,0 1 1 0 0,0 0-1 0 0,0-1 0 0 0,0 1 1 0 0,0 0-1 0 0,0 0 0 0 0,0 0 1 0 0,0 0-1 0 0,1 0 0 0 0,31 3-69 0 0,-29-2 51 0 0,45 9 36 0 0,55 20 0 0 0,4 1-16 0 0,-97-28-5 0 0,99 26 32 0 0,-88-22-25 0 0,-1 1-1 0 0,-1 1 1 0 0,22 12-1 0 0,-41-20-7 0 0,1 0 0 0 0,0 0 0 0 0,0 0 1 0 0,-1 0-1 0 0,1 0 0 0 0,0 0 0 0 0,-1 0 0 0 0,0 0 0 0 0,1 1 0 0 0,-1-1 0 0 0,2 2 0 0 0,0 1-11 0 0,-2-2-32 0 0,0 7 32 0 0,1 3 11 0 0,-2-8 0 0 0,-2 5 0 0 0,2-7 0 0 0,-1 0 0 0 0,1 0 0 0 0,0-1 0 0 0,-1 1 0 0 0,1 0 0 0 0,-1 0 0 0 0,0-1 0 0 0,1 1 0 0 0,-1 0 0 0 0,0-1 0 0 0,0 1 0 0 0,-2 1 0 0 0,0 1 0 0 0,2-1-2 0 0,-1-1 0 0 0,1 0 0 0 0,0 0 0 0 0,-1 0 0 0 0,1 0 0 0 0,-1-1-1 0 0,0 1 1 0 0,0 0 0 0 0,0-1 0 0 0,0 1 0 0 0,0-1 0 0 0,0 0 0 0 0,0 1 0 0 0,0-1-1 0 0,0 0 1 0 0,0 0 0 0 0,-1-1 0 0 0,1 1 0 0 0,-1 0 0 0 0,-3 0 0 0 0,-14 4-18 0 0,10-3 20 0 0,1 0 0 0 0,-1 0 0 0 0,0-1 0 0 0,0 0 0 0 0,1-1 0 0 0,-1 0 0 0 0,0-1 0 0 0,0 0 0 0 0,0 0 0 0 0,1-1 0 0 0,-1 0 0 0 0,-16-7 0 0 0,11 2 0 0 0,12 3 0 0 0,2 1 0 0 0,-5-6 0 0 0,4 7 0 0 0,1 0 0 0 0,0 0 0 0 0,0 0 0 0 0,0 0 0 0 0,0-1 0 0 0,0 1 0 0 0,0 0 0 0 0,0 0 1 0 0,1 0-1 0 0,-1-1 0 0 0,1 1 0 0 0,0 0 0 0 0,0-4 0 0 0,-1-5-11 0 0,0 9 9 0 0,0-1 0 0 0,1 0 1 0 0,-1 1-1 0 0,1-1 1 0 0,0 0-1 0 0,0 0 0 0 0,0 0 1 0 0,0 1-1 0 0,0-1 1 0 0,1 0-1 0 0,-1 0 0 0 0,1 1 1 0 0,-1-1-1 0 0,1 0 1 0 0,0 1-1 0 0,3-6 0 0 0,-2 5-1 0 0,1 0 0 0 0,-1 0-1 0 0,1 0 1 0 0,-1 0 0 0 0,1 0 0 0 0,0 1-1 0 0,0 0 1 0 0,0-1 0 0 0,1 1 0 0 0,-1 0-1 0 0,4-2 1 0 0,1 1-2 0 0,0 0 1 0 0,-1 0-1 0 0,1 1 1 0 0,1 0-1 0 0,-1 0 0 0 0,0 1 1 0 0,0 0-1 0 0,1 0 0 0 0,-1 1 1 0 0,15 1-1 0 0,-18 1 4 0 0,1-1-1 0 0,-1 1 1 0 0,0 0-1 0 0,0 0 1 0 0,0 1 0 0 0,0-1-1 0 0,0 1 1 0 0,0 0-1 0 0,-1 0 1 0 0,1 1-1 0 0,-1-1 1 0 0,0 1-1 0 0,0 0 1 0 0,-1 0-1 0 0,1 1 1 0 0,-1-1 0 0 0,0 1-1 0 0,0-1 1 0 0,0 1-1 0 0,0 0 1 0 0,2 10-1 0 0,-2-9 1 0 0,-1 0-1 0 0,0 0 0 0 0,0 0 1 0 0,-1 1-1 0 0,1-1 0 0 0,-2 1 0 0 0,1-1 1 0 0,-1 1-1 0 0,0-1 0 0 0,0 1 1 0 0,0-1-1 0 0,-1 1 0 0 0,0-1 1 0 0,-1 0-1 0 0,1 1 0 0 0,-1-1 1 0 0,0 0-1 0 0,-5 8 0 0 0,6-11 7 0 0,-1 0-1 0 0,0-1 0 0 0,0 1 0 0 0,0-1 1 0 0,0 1-1 0 0,0-1 0 0 0,0 0 1 0 0,0 0-1 0 0,-1 0 0 0 0,1 0 0 0 0,-1 0 1 0 0,-4 2-1 0 0,-1-1 13 0 0,-1 0 1 0 0,0-1-1 0 0,-16 2 1 0 0,12-1-16 0 0,11-3-2 0 0,0 1 0 0 0,1-1 0 0 0,-1 1 0 0 0,0-1 0 0 0,0 0 0 0 0,1 0 0 0 0,-1 0 0 0 0,0 0 0 0 0,-3 0 0 0 0,-13-2 0 0 0,-30-7-129 0 0,27 8-326 0 0,20 1-647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4:04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410 298 599 0 0,'2'-3'149'0'0,"1"-1"-1"0"0,-1 0 1 0 0,0 0-1 0 0,0 0 1 0 0,0 0-1 0 0,-1 0 1 0 0,1-1-1 0 0,-1 1 1 0 0,0-1-1 0 0,0 1 1 0 0,-1 0-1 0 0,1-1 0 0 0,-1 1 1 0 0,0-1-1 0 0,-1-7 1 0 0,1 4 99 0 0,-2-17 705 0 0,-1 0 0 0 0,-10-43-1 0 0,2 10 446 0 0,2 30-655 0 0,8 27-390 0 0,-2-2-76 0 0,3 3-271 0 0,-1-1 1 0 0,1 1 0 0 0,0 0-1 0 0,0-1 1 0 0,0 1-1 0 0,0 0 1 0 0,0 0-1 0 0,0-1 1 0 0,-1 1-1 0 0,1 0 1 0 0,0 0 0 0 0,0 0-1 0 0,0-1 1 0 0,-1 1-1 0 0,1 0 1 0 0,0 0-1 0 0,0 0 1 0 0,-1 0-1 0 0,1-1 1 0 0,0 1 0 0 0,0 0-1 0 0,-1 0 1 0 0,1 0-1 0 0,0 0 1 0 0,-1 0-1 0 0,1 0 1 0 0,-1 0-1 0 0,-6-1 27 0 0,0 0 0 0 0,0 1 0 0 0,-1 0-1 0 0,1 1 1 0 0,0 0 0 0 0,-10 2 0 0 0,-45 14-27 0 0,38-9 82 0 0,8-3-53 0 0,2 1-1 0 0,-1 1 0 0 0,1 1 0 0 0,0 0 1 0 0,0 1-1 0 0,-16 13 0 0 0,25-17-46 0 0,0 0-1 0 0,0 0 1 0 0,0 0-1 0 0,1 0 1 0 0,-1 1-1 0 0,1 0 1 0 0,-6 12-1 0 0,1 2-80 0 0,-7 26-1 0 0,-7 13-11 0 0,18-49 71 0 0,1 0 0 0 0,1 0 0 0 0,-1 0 0 0 0,1 0 0 0 0,1 1 0 0 0,-2 15 0 0 0,4-23 21 0 0,0 0 0 0 0,0 0-1 0 0,0 0 1 0 0,0 0-1 0 0,1-1 1 0 0,-1 1 0 0 0,1 0-1 0 0,0 0 1 0 0,0 0-1 0 0,0-1 1 0 0,0 1 0 0 0,2 3-1 0 0,-1-4 9 0 0,-1 0-1 0 0,1-1 1 0 0,-1 1 0 0 0,1-1-1 0 0,-1 1 1 0 0,1-1-1 0 0,0 0 1 0 0,0 0 0 0 0,-1 0-1 0 0,1 0 1 0 0,0 0-1 0 0,0 0 1 0 0,0 0 0 0 0,0-1-1 0 0,0 1 1 0 0,0-1 0 0 0,1 1-1 0 0,-1-1 1 0 0,2 0-1 0 0,7 0 27 0 0,-1-1-1 0 0,1 0 1 0 0,-1-1-1 0 0,0 0 1 0 0,1-1 0 0 0,-1 0-1 0 0,15-7 1 0 0,11-3 62 0 0,200-56 621 0 0,-227 66-698 0 0,-3 1 3 0 0,1 0 1 0 0,-1-1 0 0 0,1 0 0 0 0,-1 0 0 0 0,0 0 0 0 0,9-7 0 0 0,-7 4 43 0 0,-7 6-53 0 0,-1 0 1 0 0,0 0 0 0 0,1 0 0 0 0,-1 0 0 0 0,0 0-1 0 0,0-1 1 0 0,1 1 0 0 0,-1 0 0 0 0,0 0 0 0 0,1 0-1 0 0,-1-1 1 0 0,0 1 0 0 0,0 0 0 0 0,0 0-1 0 0,1-1 1 0 0,-1 1 0 0 0,0 0 0 0 0,0-1 0 0 0,0 1-1 0 0,0 0 1 0 0,1-1 0 0 0,-1 1 0 0 0,0 0 0 0 0,0-1-1 0 0,0 1 1 0 0,0 0 0 0 0,0-1 0 0 0,0 1-1 0 0,0-1 1 0 0,1-7 112 0 0,-2 3-27 0 0,-5-1-23 0 0,-6-1-19 0 0,12 6-39 0 0,-4-1 10 0 0,-1 1 1 0 0,1-1-1 0 0,0 0 1 0 0,-1 1-1 0 0,1 0 1 0 0,-1 0-1 0 0,0 1 1 0 0,-5-1-1 0 0,-39 3 90 0 0,27 0-75 0 0,5 0-5 0 0,-1 1 0 0 0,-22 6-1 0 0,24-5-44 0 0,14-3-23 0 0,0 0 36 0 0,0 0 0 0 0,0 0 0 0 0,0 0 0 0 0,1 0 0 0 0,-1 1 0 0 0,0-1 0 0 0,1 0 0 0 0,-1 1 0 0 0,1-1 0 0 0,-1 1 0 0 0,1 0 0 0 0,0-1 0 0 0,-2 4 0 0 0,2-3 2 0 0,1-1 0 0 0,-1 0 0 0 0,1 0-1 0 0,0 1 1 0 0,-1-1 0 0 0,1 0 0 0 0,0 1 0 0 0,0-1-1 0 0,0 0 1 0 0,0 1 0 0 0,0-1 0 0 0,0 0 0 0 0,1 1-1 0 0,-1-1 1 0 0,0 0 0 0 0,1 2 0 0 0,1 0-6 0 0,-1 0-1 0 0,1 0 1 0 0,0 0 0 0 0,0 0 0 0 0,0-1-1 0 0,0 1 1 0 0,0-1 0 0 0,1 1-1 0 0,-1-1 1 0 0,1 0 0 0 0,-1 0 0 0 0,1 0-1 0 0,3 2 1 0 0,2-1 4 0 0,-1 0-1 0 0,1 0 1 0 0,-1 0 0 0 0,1-1-1 0 0,0-1 1 0 0,0 1 0 0 0,11 0 0 0 0,57-2 65 0 0,-37-4 31 0 0,-1-2 1 0 0,-1-1-1 0 0,55-18 1 0 0,-66 17-40 0 0,-20 6-31 0 0,0 1-1 0 0,-1-1 1 0 0,0-1 0 0 0,0 1 0 0 0,1-1-1 0 0,-1 0 1 0 0,-1 0 0 0 0,1 0-1 0 0,0-1 1 0 0,-1 0 0 0 0,8-8-1 0 0,-10 9 30 0 0,0 1 0 0 0,0-1-1 0 0,0 0 1 0 0,-1 0-1 0 0,1-1 1 0 0,-1 1-1 0 0,0 0 1 0 0,0 0-1 0 0,0-1 1 0 0,0 1 0 0 0,0 0-1 0 0,-1-1 1 0 0,0 1-1 0 0,1-1 1 0 0,-1 1-1 0 0,0-1 1 0 0,-1 1-1 0 0,1-1 1 0 0,-1 1 0 0 0,0-1-1 0 0,-1-3 1 0 0,1 4 37 0 0,-1 0 1 0 0,1-1-1 0 0,-1 1 0 0 0,0 0 1 0 0,0 0-1 0 0,-1 0 1 0 0,1 0-1 0 0,-1 0 1 0 0,1 1-1 0 0,-1-1 0 0 0,0 1 1 0 0,0-1-1 0 0,0 1 1 0 0,0 0-1 0 0,-1 0 1 0 0,1 1-1 0 0,0-1 0 0 0,-1 1 1 0 0,1-1-1 0 0,-5 0 1 0 0,-6-2 9 0 0,1 1 1 0 0,-1 1-1 0 0,-28-3 1 0 0,25 5-64 0 0,0 0 1 0 0,-1 1 0 0 0,1 1 0 0 0,0 1-1 0 0,-24 6 1 0 0,28-5-14 0 0,-1 1 1 0 0,1 0-1 0 0,1 0 0 0 0,-1 1 0 0 0,1 1 1 0 0,0 0-1 0 0,-13 11 0 0 0,22-15-24 0 0,0 0 0 0 0,1 0 0 0 0,0 0-1 0 0,0 0 1 0 0,0 1 0 0 0,0-1 0 0 0,-2 5 0 0 0,-4 8-27 0 0,6-12 18 0 0,1-2 3 0 0,-1 0 1 0 0,1 0-1 0 0,0 0 1 0 0,0 0-1 0 0,0 0 1 0 0,0 0-1 0 0,0 1 0 0 0,1-1 1 0 0,-1 0-1 0 0,1 1 1 0 0,-1-1-1 0 0,1 0 1 0 0,0 1-1 0 0,0-1 0 0 0,0 0 1 0 0,0 1-1 0 0,0-1 1 0 0,1 1-1 0 0,0 2 1 0 0,4 3-4 0 0,-3-6 17 0 0,1 0-1 0 0,-1 0 1 0 0,1-1 0 0 0,-1 1-1 0 0,1-1 1 0 0,0 1-1 0 0,0-1 1 0 0,0 0 0 0 0,0 0-1 0 0,-1 0 1 0 0,1-1 0 0 0,1 1-1 0 0,-1-1 1 0 0,0 1-1 0 0,0-1 1 0 0,0 0 0 0 0,0 0-1 0 0,0-1 1 0 0,0 1-1 0 0,0-1 1 0 0,0 1 0 0 0,0-1-1 0 0,0 0 1 0 0,0 0-1 0 0,4-2 1 0 0,1-1 15 0 0,-1 1-1 0 0,1-1 1 0 0,-1-1 0 0 0,0 1-1 0 0,-1-1 1 0 0,1 0 0 0 0,-1-1-1 0 0,9-9 1 0 0,-4 2 8 0 0,0-2 0 0 0,0 0 0 0 0,-2 0 0 0 0,10-19 1 0 0,-15 26-17 0 0,-1 0 0 0 0,0-1 1 0 0,0 0-1 0 0,0 1 1 0 0,-1-1-1 0 0,-1 0 1 0 0,1 0-1 0 0,-2-1 0 0 0,1 1 1 0 0,-1-10-1 0 0,-2 9-10 0 0,-1 2-13 0 0,2 7-58 0 0,8 9-55 0 0,0 1 93 0 0,0 1 0 0 0,5 11 0 0 0,-8-15 30 0 0,7 14 11 0 0,0 0-1 0 0,-2 1 0 0 0,10 29 1 0 0,-16-39-3 0 0,0 1 1 0 0,0 0 0 0 0,-1 0-1 0 0,-1 0 1 0 0,0 0 0 0 0,0 0-1 0 0,-3 24 1 0 0,-1-22 7 0 0,-1 0 0 0 0,0 0 0 0 0,-1-1 0 0 0,-1 1 0 0 0,0-1 0 0 0,0-1 0 0 0,-1 1 0 0 0,-10 12 0 0 0,12-18-11 0 0,-1-1 0 0 0,0 0 0 0 0,0 0-1 0 0,0 0 1 0 0,-1 0 0 0 0,1-1 0 0 0,-1 0 0 0 0,-1-1-1 0 0,1 0 1 0 0,-1 0 0 0 0,1 0 0 0 0,-1-1-1 0 0,0 0 1 0 0,0-1 0 0 0,0 0 0 0 0,-1 0 0 0 0,-11 1-1 0 0,11-2 1 0 0,-1 0 0 0 0,1-1 0 0 0,-1 0 0 0 0,0 0 0 0 0,1-1 0 0 0,-1 0 0 0 0,1-1 0 0 0,0 0 0 0 0,-1 0 0 0 0,1-1 0 0 0,0-1 0 0 0,0 1 0 0 0,1-1 0 0 0,-1-1 0 0 0,-9-6 0 0 0,14 8 3 0 0,-1-1-1 0 0,1 0 0 0 0,0 0 1 0 0,0 0-1 0 0,1-1 1 0 0,-1 1-1 0 0,1-1 0 0 0,0 0 1 0 0,0 0-1 0 0,0 0 0 0 0,1-1 1 0 0,0 1-1 0 0,-2-8 1 0 0,3 9-2 0 0,0 1 1 0 0,0-1-1 0 0,1 0 1 0 0,0 0-1 0 0,0 1 1 0 0,0-1-1 0 0,0 0 1 0 0,0 0-1 0 0,1 0 1 0 0,-1 1-1 0 0,1-1 1 0 0,0 0-1 0 0,1 1 1 0 0,-1-1-1 0 0,0 1 1 0 0,1-1-1 0 0,0 1 1 0 0,0 0-1 0 0,0-1 1 0 0,0 1-1 0 0,3-3 1 0 0,1 0-3 0 0,0 1 1 0 0,0 0-1 0 0,1 0 0 0 0,0 1 0 0 0,0-1 1 0 0,0 1-1 0 0,0 1 0 0 0,0-1 1 0 0,1 1-1 0 0,-1 1 0 0 0,1-1 1 0 0,0 1-1 0 0,0 1 0 0 0,0-1 0 0 0,10 1 1 0 0,-2 0-18 0 0,0 1 0 0 0,1 1 0 0 0,-1 0 0 0 0,0 1 0 0 0,0 1 0 0 0,25 7 0 0 0,-38-9 16 0 0,1 0-1 0 0,-1 0 0 0 0,1 0 0 0 0,-1 1 1 0 0,1 0-1 0 0,-1-1 0 0 0,0 1 1 0 0,0 1-1 0 0,0-1 0 0 0,0 0 0 0 0,0 1 1 0 0,-1-1-1 0 0,1 1 0 0 0,3 5 1 0 0,-6-8-2 0 0,0 1 1 0 0,1-1-1 0 0,-1 1 1 0 0,0-1-1 0 0,0 1 1 0 0,0 0-1 0 0,0-1 1 0 0,0 1-1 0 0,0-1 1 0 0,0 1-1 0 0,0-1 1 0 0,0 1-1 0 0,-1 0 1 0 0,1-1-1 0 0,0 1 1 0 0,0-1-1 0 0,0 1 0 0 0,-1-1 1 0 0,1 1-1 0 0,0-1 1 0 0,-1 1-1 0 0,0 0 1 0 0,-7 10-18 0 0,3-6 22 0 0,0-1 0 0 0,0 1 0 0 0,0-1-1 0 0,-1 0 1 0 0,1-1 0 0 0,-1 1 0 0 0,0-1-1 0 0,0 0 1 0 0,0-1 0 0 0,-11 4 0 0 0,-6 0 13 0 0,-37 4 1 0 0,55-9-17 0 0,-12 1 0 0 0,0 0 0 0 0,0-2 0 0 0,0 0 0 0 0,-23-3 0 0 0,32 2 0 0 0,-1-1 0 0 0,0 0 0 0 0,0 0 0 0 0,1 0 0 0 0,-1-1 0 0 0,1-1 0 0 0,0 0 0 0 0,0 0 0 0 0,0 0 0 0 0,-8-6 0 0 0,7 0 0 0 0,8 9 0 0 0,0-1 0 0 0,0 1 0 0 0,0-1-1 0 0,0 0 1 0 0,1 0 0 0 0,-1 1-1 0 0,0-1 1 0 0,1 0 0 0 0,-1 0 0 0 0,1 0-1 0 0,0 0 1 0 0,-1 0 0 0 0,1 0 0 0 0,0 1-1 0 0,0-1 1 0 0,0 0 0 0 0,0 0 0 0 0,1-2-1 0 0,0 1-1 0 0,0 0-1 0 0,0-1 1 0 0,1 1-1 0 0,-1 0 1 0 0,1 0-1 0 0,-1 1 1 0 0,1-1 0 0 0,0 0-1 0 0,4-4 1 0 0,0 1-9 0 0,1 0 0 0 0,-1 0 0 0 0,1 1 0 0 0,0 0 0 0 0,1 0 0 0 0,-1 1 0 0 0,10-4 0 0 0,3 0 9 0 0,0 1 0 0 0,1 0-1 0 0,0 2 1 0 0,0 1 0 0 0,33-3 0 0 0,-38 6 2 0 0,0 0 0 0 0,1 2 1 0 0,-1 0-1 0 0,0 0 0 0 0,0 2 1 0 0,0 0-1 0 0,31 10 0 0 0,-43-11 0 0 0,0-1 0 0 0,0 1 0 0 0,0 0 0 0 0,0 0 0 0 0,0 0 0 0 0,0 1 0 0 0,-1-1 0 0 0,1 1 0 0 0,-1 0 0 0 0,0 0 0 0 0,0 0 0 0 0,0 1 0 0 0,4 4 0 0 0,-6-6 0 0 0,0 0 0 0 0,-1 0 0 0 0,1-1 0 0 0,0 1 0 0 0,-1 0 0 0 0,0 0 0 0 0,1 0 0 0 0,-1 0 0 0 0,0 0 0 0 0,0 0 0 0 0,0 0 0 0 0,0 0 0 0 0,0 0 0 0 0,-1 2 0 0 0,0 0 0 0 0,0 0 0 0 0,0-1 0 0 0,-1 1 0 0 0,0-1 0 0 0,1 1 0 0 0,-1-1 0 0 0,-1 0 0 0 0,1 1 0 0 0,-5 3 0 0 0,3-1-1 0 0,1-3 3 0 0,0 0 0 0 0,0 0 0 0 0,0 0 0 0 0,0 0 0 0 0,-7 3 0 0 0,4-2 51 0 0,5-4 81 0 0,0-1-49 0 0,-1-2-79 0 0,0 1 0 0 0,1-1 1 0 0,0 0-1 0 0,-1 0 0 0 0,1 0 0 0 0,0 0 1 0 0,1 0-1 0 0,-1 0 0 0 0,0 0 0 0 0,1 0 0 0 0,0 0 1 0 0,-1 0-1 0 0,1 0 0 0 0,1 0 0 0 0,-1 0 1 0 0,0 0-1 0 0,2-5 0 0 0,1-7 4 0 0,1 1-1 0 0,9-20 0 0 0,-7 15-16 0 0,-3 9-4 0 0,1 1-1 0 0,0-1 0 0 0,0 0 1 0 0,1 1-1 0 0,0 0 0 0 0,0 0 1 0 0,13-15-1 0 0,-17 23 4 0 0,0 0 0 0 0,0 1-1 0 0,0-1 1 0 0,0 0 0 0 0,0 1 0 0 0,0-1 0 0 0,0 1-1 0 0,0-1 1 0 0,0 1 0 0 0,0-1 0 0 0,1 1 0 0 0,-1 0-1 0 0,0-1 1 0 0,0 1 0 0 0,0 0 0 0 0,1 0 0 0 0,-1 0-1 0 0,0 0 1 0 0,0 0 0 0 0,0 0 0 0 0,1 1 0 0 0,-1-1-1 0 0,0 0 1 0 0,0 1 0 0 0,0-1 0 0 0,0 0 0 0 0,1 1-1 0 0,-1-1 1 0 0,0 1 0 0 0,0 0 0 0 0,0-1 0 0 0,0 1-1 0 0,0 0 1 0 0,-1 0 0 0 0,2 1 0 0 0,3 2-11 0 0,-1 0-1 0 0,0 0 1 0 0,0 1 0 0 0,0 0 0 0 0,4 7-1 0 0,-2-3 15 0 0,-1 1-1 0 0,1-1 1 0 0,-1 1-1 0 0,-1 1 0 0 0,0-1 1 0 0,-1 1-1 0 0,0-1 1 0 0,0 1-1 0 0,-1 0 1 0 0,1 21-1 0 0,-4-29 49 0 0,0-2-31 0 0,0 1 0 0 0,0-1 0 0 0,0 1 0 0 0,-1-1 0 0 0,1 1 1 0 0,0-1-1 0 0,-1 0 0 0 0,0 0 0 0 0,1 0 0 0 0,-1 1 0 0 0,1-2 1 0 0,-1 1-1 0 0,0 0 0 0 0,0 0 0 0 0,0 0 0 0 0,1-1 0 0 0,-1 1 1 0 0,-4 0-1 0 0,1 0 11 0 0,4-1-18 0 0,0 0-1 0 0,-1 1 1 0 0,1-1 0 0 0,0 0-1 0 0,0 1 1 0 0,-1-1-1 0 0,1 0 1 0 0,0 0-1 0 0,-1 0 1 0 0,1 0 0 0 0,0 0-1 0 0,0 0 1 0 0,-1-1-1 0 0,1 1 1 0 0,0 0-1 0 0,-1-1 1 0 0,0 0 0 0 0,-3-1-4 0 0,3 2-1 0 0,0-1 0 0 0,-1 0 0 0 0,1 1 0 0 0,-1-1 0 0 0,1 0 0 0 0,0 0 0 0 0,0-1 0 0 0,-4-2 0 0 0,0 0 0 0 0,-4-2 11 0 0,-1-4 42 0 0,9 6-55 0 0,1 1 4 0 0,-1-2-2 0 0,0 1 0 0 0,0-1 0 0 0,0 0 0 0 0,0 0-1 0 0,1 0 1 0 0,0 0 0 0 0,0 0 0 0 0,0-1 0 0 0,1 1 0 0 0,0-10 0 0 0,1-5 4 0 0,6-30 0 0 0,-1 15 43 0 0,-2 14-5 0 0,-3 12-12 0 0,-2 16-28 0 0,-6 30-2 0 0,-3 0 0 0 0,0 0 0 0 0,-19 41 0 0 0,-8 1 0 0 0,5-1 0 0 0,27-69 0 0 0,0 0 0 0 0,0-1 0 0 0,-1 1 0 0 0,0-1 0 0 0,0-1 0 0 0,-10 10 0 0 0,14-14 0 0 0,-1 1 0 0 0,-12 1 0 0 0,11-4 7 0 0,-1 0 1 0 0,1 0-1 0 0,0-1 0 0 0,-1 1 0 0 0,1-1 0 0 0,-1 0 0 0 0,1 0 0 0 0,0-1 0 0 0,-1 1 1 0 0,1-1-1 0 0,0 0 0 0 0,-1 0 0 0 0,1-1 0 0 0,0 1 0 0 0,0-1 0 0 0,0 0 1 0 0,0 0-1 0 0,0 0 0 0 0,1 0 0 0 0,-1-1 0 0 0,1 1 0 0 0,-1-1 0 0 0,1 0 1 0 0,0 0-1 0 0,0-1 0 0 0,0 1 0 0 0,1 0 0 0 0,-1-1 0 0 0,1 0 0 0 0,0 0 0 0 0,0 1 1 0 0,0-1-1 0 0,0-1 0 0 0,1 1 0 0 0,-1 0 0 0 0,0-8 0 0 0,-4-32 229 0 0,3 17 98 0 0,-6-26 0 0 0,8 50-334 0 0,0 0 0 0 0,0 1 0 0 0,0-1 0 0 0,-1 0 0 0 0,1 1 0 0 0,-1-1 0 0 0,1 1 0 0 0,-1 0 0 0 0,0-1 0 0 0,0 1 0 0 0,0 0 0 0 0,0 0 0 0 0,0 0 0 0 0,-1 0 0 0 0,1 1 0 0 0,-1-1 0 0 0,1 1 0 0 0,-1-1 0 0 0,1 1 0 0 0,-1 0 0 0 0,0 0 0 0 0,0 0 0 0 0,1 0 0 0 0,-1 1-1 0 0,0-1 1 0 0,0 1 0 0 0,0-1 0 0 0,0 1 0 0 0,0 0 0 0 0,0 0 0 0 0,0 1 0 0 0,0-1 0 0 0,1 0 0 0 0,-1 1 0 0 0,0 0 0 0 0,0 0 0 0 0,0 0 0 0 0,1 0 0 0 0,-1 0 0 0 0,0 0 0 0 0,1 1 0 0 0,-5 2 0 0 0,-5 6-167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4:37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198 115 143 0 0,'0'0'2066'0'0,"-11"-5"-476"0"0,-54-51 2069 0 0,25 18-390 0 0,38 36-3107 0 0,-1 0-76 0 0,0 1 1 0 0,-1-1 0 0 0,1 0 0 0 0,0 1 0 0 0,-1 0-1 0 0,0 0 1 0 0,1 0 0 0 0,-6-1 0 0 0,6 2-111 0 0,2 0 291 0 0,-16 6 7 0 0,14-4-269 0 0,1 0 0 0 0,0 0 0 0 0,1 0 0 0 0,-1 1 0 0 0,0-1 0 0 0,1 1 0 0 0,-1-1 0 0 0,1 1 0 0 0,0-1 0 0 0,0 1 0 0 0,0 0 0 0 0,0-1 0 0 0,0 1 0 0 0,1 0 0 0 0,-1 0 0 0 0,1 0 0 0 0,0 3 0 0 0,-1 6-44 0 0,1 0 1 0 0,3 21 0 0 0,3 51-60 0 0,-2-21 49 0 0,-2-53 49 0 0,-2-10-2 0 0,0 1 0 0 0,0 0 0 0 0,0 0 0 0 0,0-1 0 0 0,0 1 0 0 0,1 0 0 0 0,-1 0 0 0 0,0-1 0 0 0,0 1 0 0 0,1 0 0 0 0,-1 0 0 0 0,1-1 0 0 0,-1 1 0 0 0,0 0 0 0 0,1-1 0 0 0,-1 1 0 0 0,1-1 0 0 0,0 1 0 0 0,-1-1 0 0 0,1 1 0 0 0,1 0 0 0 0,-1 0-7 0 0,2 0 5 0 0,0 0 1 0 0,-1 0-1 0 0,1 0 0 0 0,0 0 0 0 0,0 0 1 0 0,0-1-1 0 0,0 1 0 0 0,0-1 1 0 0,0 0-1 0 0,-1 0 0 0 0,1 0 1 0 0,0 0-1 0 0,0 0 0 0 0,0-1 0 0 0,0 0 1 0 0,4-1-1 0 0,1 1 3 0 0,-4 0 56 0 0,-1-1 13 0 0,-1 1 1 0 0,1-1-1 0 0,0 1 1 0 0,0-1-1 0 0,-1 0 1 0 0,1 0 0 0 0,-1 0-1 0 0,0 0 1 0 0,1-1-1 0 0,-1 1 1 0 0,0-1-1 0 0,-1 1 1 0 0,1-1-1 0 0,0 0 1 0 0,-1 1-1 0 0,1-1 1 0 0,-1 0 0 0 0,0 0-1 0 0,0 0 1 0 0,1-5-1 0 0,1-2 105 0 0,1-2 38 0 0,0-1 0 0 0,-1 0 0 0 0,-1 0 0 0 0,1-14-1 0 0,-1-51 837 0 0,-2 77-1034 0 0,0 0 750 0 0,2 0-704 0 0,1 1-69 0 0,0 0 1 0 0,1 0-1 0 0,-1 0 0 0 0,0 1 1 0 0,1-1-1 0 0,-1 1 1 0 0,0 0-1 0 0,0 0 1 0 0,1 0-1 0 0,-1 0 1 0 0,0 1-1 0 0,0-1 1 0 0,0 1-1 0 0,-1 0 1 0 0,1 0-1 0 0,0 0 1 0 0,2 2-1 0 0,9 8-30 0 0,23 26 0 0 0,-30-31 20 0 0,17 20-44 0 0,-13-13-137 0 0,1-1-1 0 0,1 0 1 0 0,27 20-1 0 0,-38-32 116 0 0,0-1 86 0 0,-1 1 1 0 0,0-1 0 0 0,1 0-1 0 0,-1 0 1 0 0,0 0-1 0 0,1 0 1 0 0,-1-1 0 0 0,0 1-1 0 0,0 0 1 0 0,1 0 0 0 0,-1-1-1 0 0,0 1 1 0 0,0-1 0 0 0,1 1-1 0 0,-1-1 1 0 0,0 1 0 0 0,0-1-1 0 0,0 0 1 0 0,0 0-1 0 0,0 1 1 0 0,0-1 0 0 0,0 0-1 0 0,0 0 1 0 0,0 0 0 0 0,0 0-1 0 0,0-2 1 0 0,3-1 31 0 0,4-5-15 0 0,-1 0 1 0 0,11-15-1 0 0,-14 16-2 0 0,2 0 0 0 0,-1 1 0 0 0,1 0 0 0 0,0 0-1 0 0,11-9 1 0 0,0 2-15 0 0,-7 6 2 0 0,19-13 0 0 0,-27 19 1 0 0,1 1 1 0 0,0-1-1 0 0,0 1 1 0 0,-1 0-1 0 0,1-1 0 0 0,0 1 1 0 0,0 1-1 0 0,0-1 1 0 0,0 0-1 0 0,0 1 0 0 0,1 0 1 0 0,4 0-1 0 0,-7 0-10 0 0,1 0 1 0 0,-1 0-1 0 0,0 1 0 0 0,1-1 0 0 0,-1 0 0 0 0,0 1 0 0 0,1 0 0 0 0,-1-1 0 0 0,0 1 1 0 0,0 0-1 0 0,1-1 0 0 0,-1 1 0 0 0,0 0 0 0 0,0 0 0 0 0,0 0 0 0 0,0 0 0 0 0,1 2 1 0 0,0-1-1 0 0,-1 1 0 0 0,1 0 0 0 0,-1 0 0 0 0,1-1 1 0 0,-1 1-1 0 0,0 0 0 0 0,1 5 0 0 0,-1 3-2 0 0,1-1-1 0 0,-2 0 1 0 0,0 19-1 0 0,-4 30-202 0 0,-14 72 0 0 0,17-129 142 0 0,-1 4-59 0 0,-2-8 243 0 0,3 1-108 0 0,0 0 0 0 0,1 0 0 0 0,-1 0-1 0 0,0 0 1 0 0,1 0 0 0 0,-1-1 0 0 0,1 1-1 0 0,0 0 1 0 0,-1 0 0 0 0,1-1 0 0 0,-1-1-1 0 0,2-1-5 0 0,-1-1 0 0 0,1 1 0 0 0,0 0 0 0 0,0 0 0 0 0,0-1 0 0 0,1 1 0 0 0,-1 0 0 0 0,1 0 0 0 0,0 0 0 0 0,0 0 0 0 0,0 1 0 0 0,4-5 0 0 0,5-6 0 0 0,22-21 0 0 0,-18 19 0 0 0,-4 5 11 0 0,1-1-1 0 0,24-16 1 0 0,-29 23 15 0 0,0 1 0 0 0,0 0 0 0 0,0 0 0 0 0,0 1 0 0 0,1 0 0 0 0,0 0 0 0 0,12-3 0 0 0,-18 6-30 0 0,1 0 0 0 0,-1-1-1 0 0,1 1 1 0 0,-1 0-1 0 0,1 0 1 0 0,0 1 0 0 0,-1-1-1 0 0,1 0 1 0 0,-1 1 0 0 0,1 0-1 0 0,-1-1 1 0 0,1 1 0 0 0,-1 0-1 0 0,1 0 1 0 0,3 3 0 0 0,-3-2-4 0 0,1 1 0 0 0,-1 0 0 0 0,0 0 1 0 0,0 0-1 0 0,0 0 0 0 0,0 1 0 0 0,0-1 0 0 0,3 7 1 0 0,1 4-18 0 0,-1 0 0 0 0,0 1 0 0 0,0 0 0 0 0,2 15 0 0 0,0-1 25 0 0,0-5 0 0 0,-2 1 0 0 0,5 39 0 0 0,-10-61-1 0 0,-1-1-3 0 0,1-1-1 0 0,-1 0 1 0 0,0 0 0 0 0,0 1 0 0 0,0-1 0 0 0,0 0 0 0 0,0 0-1 0 0,0 1 1 0 0,0-1 0 0 0,-1 0 0 0 0,1 0 0 0 0,0 1-1 0 0,-1 1 1 0 0,-3 6-8 0 0,3-8 12 0 0,1 0 0 0 0,0 0 0 0 0,-1 0 0 0 0,1 0 0 0 0,-1 0 0 0 0,1 0 0 0 0,-1-1 0 0 0,0 1 0 0 0,1 0 0 0 0,-1 0 0 0 0,0-1 0 0 0,1 1 0 0 0,-1 0 0 0 0,0-1 0 0 0,0 1 0 0 0,0-1 0 0 0,1 1 0 0 0,-3 0 0 0 0,0 0 0 0 0,-2 2 13 0 0,0 0-1 0 0,0 0 1 0 0,-1-1-1 0 0,1 1 1 0 0,-1-1-1 0 0,1-1 1 0 0,-1 1 0 0 0,0-1-1 0 0,-10 1 1 0 0,4-1 22 0 0,0-1 0 0 0,0 0 1 0 0,-18-3-1 0 0,28 3-30 0 0,1 0 1 0 0,-1 0-1 0 0,1-1 0 0 0,0 1 1 0 0,-1 0-1 0 0,1-1 0 0 0,0 1 1 0 0,-1-1-1 0 0,1 1 0 0 0,0-1 1 0 0,0 1-1 0 0,-1-1 0 0 0,1 0 1 0 0,0 0-1 0 0,0 0 1 0 0,0 0-1 0 0,0 0 0 0 0,0 0 1 0 0,0 0-1 0 0,0 0 0 0 0,0 0 1 0 0,1 0-1 0 0,-1 0 0 0 0,0-1 1 0 0,1 1-1 0 0,-1 0 0 0 0,1 0 1 0 0,-1-1-1 0 0,1 1 0 0 0,-1 0 1 0 0,1-1-1 0 0,0 1 1 0 0,0-1-1 0 0,0-1 0 0 0,0 0 18 0 0,0-1-1 0 0,1 1 0 0 0,-1 0 1 0 0,1 0-1 0 0,0 0 1 0 0,0 0-1 0 0,0 0 1 0 0,0 1-1 0 0,1-1 1 0 0,-1 0-1 0 0,1 0 0 0 0,0 1 1 0 0,3-5-1 0 0,3-1 44 0 0,0 0 1 0 0,1 1-1 0 0,0-1 0 0 0,0 2 0 0 0,1-1 1 0 0,0 2-1 0 0,0-1 0 0 0,0 1 0 0 0,1 1 0 0 0,0-1 1 0 0,0 2-1 0 0,0 0 0 0 0,0 0 0 0 0,21-2 1 0 0,-29 5-68 0 0,0 0 0 0 0,0 0 1 0 0,0 0-1 0 0,0 0 1 0 0,0 0-1 0 0,0 1 1 0 0,0-1-1 0 0,0 1 1 0 0,0 0-1 0 0,0 0 1 0 0,0 0-1 0 0,-1 0 0 0 0,1 0 1 0 0,0 1-1 0 0,-1 0 1 0 0,1-1-1 0 0,-1 1 1 0 0,5 3-1 0 0,-1 4-17 0 0,1-1-1 0 0,-1 1 1 0 0,0 0-1 0 0,-1 0 1 0 0,4 11-1 0 0,-6-15 14 0 0,0 0 0 0 0,1 0-1 0 0,-1-1 1 0 0,1 0 0 0 0,0 1-1 0 0,0-1 1 0 0,0 0 0 0 0,1-1-1 0 0,-1 1 1 0 0,1-1 0 0 0,6 3-1 0 0,-11-5 7 0 0,1-1 1 0 0,-1 0-1 0 0,0 0 0 0 0,0 0 0 0 0,0 1 1 0 0,1-1-1 0 0,-1 0 0 0 0,0 0 0 0 0,0 0 1 0 0,0 1-1 0 0,0-1 0 0 0,1 0 0 0 0,-1 0 1 0 0,0 1-1 0 0,0-1 0 0 0,0 0 0 0 0,0 0 0 0 0,0 1 1 0 0,0-1-1 0 0,0 0 0 0 0,0 0 0 0 0,0 1 1 0 0,0-1-1 0 0,0 0 0 0 0,0 1 0 0 0,0-1 1 0 0,0 0-1 0 0,0 0 0 0 0,0 1 0 0 0,0-1 0 0 0,0 0 1 0 0,0 0-1 0 0,-1 1 0 0 0,1-1 0 0 0,0 0 1 0 0,0 0-1 0 0,0 1 0 0 0,0-1 0 0 0,0 0 1 0 0,-1 0-1 0 0,1 0 0 0 0,0 1 0 0 0,0-1 0 0 0,0 0 1 0 0,-1 0-1 0 0,1 0 0 0 0,0 0 0 0 0,0 1 1 0 0,-1-1-1 0 0,1 0 0 0 0,0 0 0 0 0,-1 0 1 0 0,1 0 4 0 0,-6 5 82 0 0,0-1-1 0 0,-1 0 1 0 0,1 0-1 0 0,-1 0 1 0 0,0-1-1 0 0,0 0 0 0 0,0 0 1 0 0,0-1-1 0 0,-10 3 1 0 0,-10 0 164 0 0,-34 2 0 0 0,15-2-247 0 0,21-1-557 0 0,13-2-32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03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2791 0 0,'0'0'9587'0'0,"1"2"-8912"0"0,10 95 2033 0 0,-8 22-2146 0 0,2 39-634 0 0,18 8-68 0 0,-23-158 140 0 0,0-1-10 0 0,0-6-44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03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58 2271 0 0,'0'0'102'0'0,"-1"-2"-1"0"0,-1-6-32 0 0,1 6 178 0 0,1 1-23 0 0,0-1-1 0 0,0 0 1 0 0,1 1 0 0 0,-1-1-1 0 0,0 0 1 0 0,1 1 0 0 0,-1-1-1 0 0,1 0 1 0 0,-1 1-1 0 0,2-3 1 0 0,2 1-138 0 0,0 0-1 0 0,1 0 0 0 0,-1 1 1 0 0,1-1-1 0 0,-1 1 1 0 0,1 0-1 0 0,-1 0 1 0 0,1 1-1 0 0,0 0 1 0 0,0-1-1 0 0,0 2 1 0 0,0-1-1 0 0,0 0 1 0 0,9 1-1 0 0,-1 0 122 0 0,1 1-1 0 0,-1 0 1 0 0,0 1-1 0 0,21 6 1 0 0,-29-7-149 0 0,13 4 42 0 0,1 1 1 0 0,30 14-1 0 0,-44-17-98 0 0,-1-1 0 0 0,1 1 0 0 0,-1 0 0 0 0,1 0 0 0 0,-1 0 0 0 0,0 1 0 0 0,0 0 0 0 0,-1-1 0 0 0,1 2 1 0 0,-1-1-1 0 0,0 0 0 0 0,0 0 0 0 0,0 1 0 0 0,0 0 0 0 0,1 4 0 0 0,-3-6-3 0 0,0 0 1 0 0,-1 0 0 0 0,0 0-1 0 0,0 1 1 0 0,0-1 0 0 0,0 0 0 0 0,0 0-1 0 0,0 0 1 0 0,-1 0 0 0 0,1 0-1 0 0,-1 0 1 0 0,0 0 0 0 0,0 0-1 0 0,0-1 1 0 0,0 1 0 0 0,-1 0-1 0 0,1 0 1 0 0,-1-1 0 0 0,0 1 0 0 0,-2 2-1 0 0,-2 2 41 0 0,0 1-1 0 0,0-1 0 0 0,-1 0 0 0 0,0-1 1 0 0,-9 7-1 0 0,5-6 489 0 0,0-1 0 0 0,-1-1 0 0 0,0 1-1 0 0,0-2 1 0 0,0 0 0 0 0,0 0 0 0 0,-1-1 0 0 0,-15 1 0 0 0,-5 0-44 0 0,32-4-566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04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6 2791 0 0,'-1'0'330'0'0,"-15"-4"3062"0"0,7 4 4504 0 0,9 0-7753 0 0,-1-1 1 0 0,1 1-1 0 0,0 0 1 0 0,-1 0-1 0 0,1 0 1 0 0,0 0-1 0 0,-1 0 1 0 0,1 0-1 0 0,0 0 1 0 0,-1 0-1 0 0,1 0 1 0 0,0 0-1 0 0,-1 0 1 0 0,1 0-1 0 0,0 0 1 0 0,0 0-1 0 0,-1 0 1 0 0,1 0-1 0 0,0 0 1 0 0,-1 0-1 0 0,1 1 1 0 0,0-1-1 0 0,-1 0 1 0 0,1 0-1 0 0,0 0 1 0 0,0 0-1 0 0,-1 1 1 0 0,1-1-1 0 0,0 0 1 0 0,0 0-1 0 0,-1 1 1 0 0,1-1-1 0 0,0 0 1 0 0,0 1-1 0 0,-6 15 717 0 0,2 20-1272 0 0,8 55 479 0 0,26 141-1 0 0,-25-200-63 0 0,0-3-3 0 0,1 6 0 0 0,2 60 0 0 0,-8-75 0 0 0,1-8 0 0 0,-1-1 0 0 0,-3 18 0 0 0,1-21 3 0 0,2-6-5 0 0,-1 0-1 0 0,1 0 1 0 0,-1 1 0 0 0,1-1-1 0 0,0 0 1 0 0,0 1 0 0 0,0-1-1 0 0,0 0 1 0 0,0 1-1 0 0,0-1 1 0 0,1 0 0 0 0,0 3-1 0 0,-1-4-135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04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0 687 0 0,'-11'4'586'0'0,"1"1"-1"0"0,-1 0 0 0 0,1 0 0 0 0,0 1 0 0 0,1 0 1 0 0,-1 1-1 0 0,1 0 0 0 0,1 0 0 0 0,-14 15 1778 0 0,10-6 5484 0 0,5-8-6296 0 0,-3 5-842 0 0,5-7-588 0 0,1 0 1 0 0,0 0 0 0 0,-5 9 0 0 0,3-4-40 0 0,4-9-74 0 0,1 1-1 0 0,0-1 1 0 0,-1 1-1 0 0,1 0 1 0 0,0 0-1 0 0,0-1 1 0 0,0 1-1 0 0,0 5 1 0 0,0-2 0 0 0,-4 21-6 0 0,4-22-6 0 0,0-1-1 0 0,0 1 0 0 0,0 0 0 0 0,1-1 1 0 0,-1 1-1 0 0,1 0 0 0 0,0-1 1 0 0,2 10-1 0 0,-1-12 6 0 0,-1 1 1 0 0,1-1-1 0 0,0 0 0 0 0,0 0 1 0 0,0 1-1 0 0,1-1 1 0 0,-1 0-1 0 0,0 0 0 0 0,1 0 1 0 0,0 0-1 0 0,-1-1 0 0 0,1 1 1 0 0,0 0-1 0 0,0-1 1 0 0,0 1-1 0 0,0-1 0 0 0,0 1 1 0 0,4 1-1 0 0,-2-1-6 0 0,1-1 0 0 0,-1 0 0 0 0,0 1 1 0 0,1-1-1 0 0,-1-1 0 0 0,0 1 0 0 0,1-1 0 0 0,-1 0 0 0 0,1 0 0 0 0,-1 0 0 0 0,9-2 0 0 0,-5 1 38 0 0,0-1 1 0 0,0 0-1 0 0,-1 0 0 0 0,1-1 0 0 0,12-7 0 0 0,-17 10-23 0 0,-2-1-6 0 0,-1 1 0 0 0,1 0-1 0 0,0-1 1 0 0,0 1 0 0 0,0-1 0 0 0,-1 1-1 0 0,1-1 1 0 0,0 1 0 0 0,-1-1 0 0 0,1 1-1 0 0,0-1 1 0 0,-1 0 0 0 0,1 1 0 0 0,-1-1-1 0 0,1 0 1 0 0,-1 0 0 0 0,1 0 0 0 0,2-3 40 0 0,-1 1 1 0 0,0-1 0 0 0,0 0 0 0 0,0 0-1 0 0,0 0 1 0 0,-1 0 0 0 0,1-1 0 0 0,-1 1 0 0 0,0 0-1 0 0,0 0 1 0 0,-1-1 0 0 0,1 1 0 0 0,-1 0 0 0 0,0-1-1 0 0,0 1 1 0 0,-1-1 0 0 0,0-6 0 0 0,-2 0 12 0 0,1 0 1 0 0,-1 0-1 0 0,-1 1 0 0 0,1-1 1 0 0,-11-17-1 0 0,12 24-57 0 0,1 2 0 0 0,0 1 0 0 0,0-1 0 0 0,1 1 0 0 0,-1 0 0 0 0,0-1 0 0 0,-1 1 0 0 0,1 0 0 0 0,0 0 0 0 0,0 0 0 0 0,-1 0 0 0 0,1 0 0 0 0,-3-2 0 0 0,-7-4-37 0 0,8 6 11 0 0,1 2 5 0 0,0-2-47 0 0,-6 0-1520 0 0,7 0 784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05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90 1151 0 0,'-1'-1'80'0'0,"-13"-17"-11"0"0,-13-15 2012 0 0,4-4 12345 0 0,23 36-14239 0 0,0 3 65 0 0,0 7 358 0 0,3 29 477 0 0,22 115-1064 0 0,-3-15 9 0 0,-12-47-23 0 0,-10-81-9 0 0,19 203-60 0 0,-18-209 58 0 0,11 61-11 0 0,-11-60 14 0 0,0 1-1 0 0,1-1 0 0 0,0 0 0 0 0,0 0 1 0 0,1 0-1 0 0,-1 0 0 0 0,1 0 1 0 0,0-1-1 0 0,6 8 0 0 0,-6-10 0 0 0,0 0 0 0 0,0 0 0 0 0,0 0 0 0 0,0-1 0 0 0,0 1 0 0 0,0-1 0 0 0,1 1 0 0 0,-1-1 0 0 0,0 0 0 0 0,1 0 0 0 0,-1-1 0 0 0,1 1 0 0 0,0-1 0 0 0,-1 0 0 0 0,1 1 0 0 0,-1-2 0 0 0,5 1 0 0 0,9-2 0 0 0,0-1 0 0 0,21-6 0 0 0,-29 7 0 0 0,12-3 120 0 0,1-1 0 0 0,34-15 0 0 0,-54 20-98 0 0,-3 1-149 0 0,0-1 1 0 0,0 1-1 0 0,0-1 1 0 0,0 1 0 0 0,1-1-1 0 0,-1 1 1 0 0,0-1-1 0 0,1 1 1 0 0,-1-1 0 0 0,0 0-1 0 0,1 0 1 0 0,-1 1 0 0 0,0-2-1 0 0,-6-6-6533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05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60 1351 0 0,'-16'-8'1930'0'0,"5"6"2074"0"0,18 4 2088 0 0,11 2-1353 0 0,-7-2-6166 0 0,24-2 1937 0 0,0-1 1 0 0,-1-2 0 0 0,1-2 0 0 0,-1-1 0 0 0,0-1 0 0 0,0-2-1 0 0,42-17 1 0 0,-74 25-205 0 0,-3 3-246 0 0,-3 6-121 0 0,2-5-107 0 0,0 1 1 0 0,0 0-1 0 0,0-1 1 0 0,0 0-1 0 0,-1 0 0 0 0,1 1 1 0 0,-4 2-1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29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9 975 0 0,'0'0'15724'0'0,"-17"-4"-14308"0"0,12 3-1393 0 0,3 0-410 0 0,-6-1 1172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38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6 143 0 0,'0'0'10871'0'0,"-12"-4"-10340"0"0,4 4-471 0 0,-2 0-50 0 0,-4-1 73 0 0,12 1-5 0 0,-12 3-23 0 0,-12 2 109 0 0,23-4-212 0 0,-3 5 26 0 0,-2 3-21 0 0,4-3 21 0 0,0 1 1 0 0,0-1 0 0 0,-4 12-1 0 0,7-15 23 0 0,-4 4-40 0 0,4-5 32 0 0,-1 1 1 0 0,1 0-1 0 0,-1 0 0 0 0,1 0 0 0 0,0-1 0 0 0,0 1 1 0 0,1 0-1 0 0,-1 0 0 0 0,1 0 0 0 0,-1 5 0 0 0,-3 35-137 0 0,3-33 132 0 0,4-1 12 0 0,0 1 0 0 0,2-3-10 0 0,4 4-9 0 0,-6-8-2 0 0,10 20 7 0 0,-7-15 14 0 0,0 0 0 0 0,2-3 0 0 0,-5-3 0 0 0,21 2 0 0 0,-15-3 0 0 0,-1-1 0 0 0,0 0 0 0 0,1 2-12 0 0,2 0-5 0 0,-7-2-10 0 0,9-1 11 0 0,14 2 16 0 0,-18 0 0 0 0,4 2-16 0 0,-10-3 11 0 0,-1 0 1 0 0,1 1 0 0 0,-1 0-1 0 0,1 0 1 0 0,-1-1-1 0 0,1 2 1 0 0,-1-1 0 0 0,1 0-1 0 0,-1 0 1 0 0,0 1-1 0 0,4 2 1 0 0,-4-2 47 0 0,4 3-33 0 0,-2 1-10 0 0,0 1 0 0 0,0 1 0 0 0,-2 0 0 0 0,-1-4 0 0 0,1 5-6 0 0,-1 7 39 0 0,-3 10 786 0 0,2-25-995 0 0,-2 18-494 0 0,2-17 670 0 0,0 1 0 0 0,-1-1 0 0 0,1 0 0 0 0,-1 1 0 0 0,0-1 0 0 0,1 0 0 0 0,-1 0 0 0 0,0 0 0 0 0,0 1 0 0 0,-1-1 0 0 0,1 0 0 0 0,0 0 0 0 0,-1-1 0 0 0,-1 4 0 0 0,-5 3 0 0 0,0 0 0 0 0,3-1 0 0 0,0 1 0 0 0,-2-2 11 0 0,-4 2 43 0 0,9-6-61 0 0,-12 1 157 0 0,5-1-79 0 0,6-1-16 0 0,-6 0-45 0 0,-1 1-10 0 0,0-3 0 0 0,0 0 11 0 0,7 1 32 0 0,-62 0 43 0 0,26-4 542 0 0,38 4-556 0 0,-2-1 221 0 0,2 1-261 0 0,0 0 0 0 0,0 0-1 0 0,0 0 1 0 0,0 0 0 0 0,0 0-1 0 0,0 0 1 0 0,0 0 0 0 0,0 0 0 0 0,0-1-1 0 0,0 1 1 0 0,0 0 0 0 0,0-1-1 0 0,0 1 1 0 0,0-1 0 0 0,0 1 0 0 0,-2-2-1 0 0,-5-2-19 0 0,5 2 36 0 0,-3 1-49 0 0,4 1-71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39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0 287 0 0,'0'0'3422'0'0,"-6"2"-3172"0"0,3-1 2414 0 0,-1 0-3201 0 0,-6 6 8464 0 0,16-5-8053 0 0,1 0 113 0 0,0 0 0 0 0,0-1-1 0 0,1 1 1 0 0,-1-2-1 0 0,0 1 1 0 0,1-1 0 0 0,8-1-1 0 0,15 0-7 0 0,-7-1 21 0 0,-16 1 0 0 0,0-1 0 0 0,0 0 11 0 0,-7 2 221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39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4 1807 0 0,'0'0'5891'0'0,"-1"1"-5827"0"0,-2 3-36 0 0,2-3 447 0 0,26 1-285 0 0,-6-3-84 0 0,23-2-1 0 0,-22 0-177 0 0,-13 1 76 0 0,1 1-1 0 0,-1 0 0 0 0,1 0 0 0 0,13 1 0 0 0,-20 0 50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41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1807 0 0,'0'0'9782'0'0,"2"1"-9809"0"0,11 2 18 0 0,1-1-1 0 0,0 0 1 0 0,-1 0 0 0 0,1-2-1 0 0,16 0 1 0 0,33 2-10 0 0,-38-1 119 0 0,44-2 0 0 0,-18-1 23 0 0,-44 1 101 0 0,7 1 2713 0 0,-18 9-2925 0 0,-1 1-12 0 0,-1 0 0 0 0,-10 13 0 0 0,12-18 0 0 0,-47 69-72 0 0,49-70 68 0 0,-1-1 0 0 0,0 1-1 0 0,0 0 1 0 0,0-1-1 0 0,-6 6 1 0 0,-13 12-34 0 0,14-13 38 0 0,0-1 11 0 0,0-1 32 0 0,-1 0-33 0 0,1-3 1 0 0,4-1 32 0 0,-4 1-33 0 0,-3 1-10 0 0,1 1 0 0 0,1 0 0 0 0,2-1-10 0 0,6-3-44 0 0,0 0 1 0 0,0 6 42 0 0,-1 2 11 0 0,3-1-10 0 0,4 0-33 0 0,1 0 32 0 0,-6-8 11 0 0,0 1 0 0 0,1 0 0 0 0,-1-1 0 0 0,1 1 0 0 0,-1-1 0 0 0,1 1 0 0 0,0 0 0 0 0,-1-1 0 0 0,1 1 0 0 0,0-1 0 0 0,-1 1 0 0 0,1-1 0 0 0,0 0 0 0 0,-1 1 0 0 0,1-1 0 0 0,0 0 0 0 0,0 1 0 0 0,-1-1 0 0 0,1 0 0 0 0,0 0 0 0 0,1 0 0 0 0,1 1 0 0 0,8 1 0 0 0,0 1 0 0 0,0-1 0 0 0,-1-1 0 0 0,1 0 0 0 0,0 0 0 0 0,16-2 0 0 0,13 1 0 0 0,-8 0-15 0 0,38-4-1 0 0,-22 0-6 0 0,-10 1-7 0 0,-17 1-18 0 0,-1 0-1 0 0,0 2 1 0 0,24 2-1 0 0,-36-1 63 0 0,-6 0 122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42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1519 0 0,'0'0'16488'0'0,"0"1"-16414"0"0,7 110 84 0 0,1-41-158 0 0,8 62 0 0 0,-13-109 0 0 0,13 60 0 0 0,-5-51 15 0 0,-10-31 98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43.3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1 311 0 0,'-39'11'15808'0'0,"37"-11"-15564"0"0,4 1-341 0 0,6 4 86 0 0,37 18-37 0 0,-38-19 43 0 0,1 0 0 0 0,11 8-1 0 0,23 19-58 0 0,-35-25 64 0 0,-6-5 0 0 0,11 15 0 0 0,4 7 0 0 0,-14-17 0 0 0,-1 2 0 0 0,0 0 0 0 0,-2-1 0 0 0,0 0 0 0 0,-2 0 11 0 0,-25 32 178 0 0,24-33-201 0 0,0 3-36 0 0,-1 1 36 0 0,0-1 12 0 0,4-6 6 0 0,0-1 0 0 0,-1 1 0 0 0,0 0 0 0 0,1-1 0 0 0,-1 1 0 0 0,0-1 0 0 0,0 0-1 0 0,-1 0 1 0 0,1 1 0 0 0,0-2 0 0 0,-1 1 0 0 0,1 0 0 0 0,-6 2 0 0 0,-19 8 619 0 0,15-8-371 0 0,11-3-88 0 0,-3-1-3 0 0,1 1-121 0 0,-13 6 161 0 0,-4-2-1648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44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 1151 0 0,'11'-32'15363'0'0,"-6"41"-16070"0"0,2 4 783 0 0,-1 0 0 0 0,0 1 0 0 0,-1 0 0 0 0,0 1 0 0 0,4 25 0 0 0,-3 7 1 0 0,0 70 0 0 0,2 18-87 0 0,-2-15-62 0 0,-7-118 72 0 0,0 0 0 0 0,9 14 0 0 0,5 4-138 0 0,-13-19 84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44.6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1 575 0 0,'0'0'13660'0'0,"-1"2"-13524"0"0,-6 12 36 0 0,0 0 0 0 0,0-1 0 0 0,-2 0 0 0 0,1 0 0 0 0,-2-1 0 0 0,-16 19 0 0 0,12-19 303 0 0,-21 27 0 0 0,19-20-427 0 0,11-12-38 0 0,0 1-10 0 0,2-1-12 0 0,3-6-49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45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7 975 0 0,'-5'-7'15694'0'0,"14"22"-15693"0"0,1 0 1 0 0,1-1 0 0 0,0 0 0 0 0,1-1 0 0 0,16 15 0 0 0,-13-13-3 0 0,0-4 1 0 0,-9-8 0 0 0,-1 1 0 0 0,0 0 0 0 0,-1 0 0 0 0,5 4 0 0 0,-7-7 0 0 0,-1 0 0 0 0,0 0 0 0 0,0 0 0 0 0,0 0 0 0 0,0 0 0 0 0,0 0 0 0 0,0 1 0 0 0,0-1 0 0 0,0 0 0 0 0,-1 0 0 0 0,1 1 0 0 0,0-1 0 0 0,0 3 0 0 0,5 12 0 0 0,2 5-141 0 0,-7-20 134 0 0,-1 2 4 0 0,9 5 2 0 0,-3-3 12 0 0,-5-4 149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49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259 0 143 0 0,'0'0'4328'0'0,"-3"5"-4233"0"0,-1-1 218 0 0,-3 0 68 0 0,0 0-1 0 0,0 1 1 0 0,1 0 0 0 0,-9 9-1 0 0,4-4 15 0 0,6-6-124 0 0,-9 2 163 0 0,-13 7 123 0 0,13-7-555 0 0,12-4-6 0 0,-10 9 72 0 0,6-5-23 0 0,0 0 0 0 0,0 1 0 0 0,0 0 0 0 0,1 0 0 0 0,0 0 0 0 0,0 1 0 0 0,-4 9 0 0 0,-21 61 580 0 0,22-52-454 0 0,-14 26-1 0 0,19-46-170 0 0,1-2 0 0 0,0 0 0 0 0,1-1 0 0 0,-1 1 0 0 0,1 0 0 0 0,0 0 0 0 0,-1 8 0 0 0,1-6 0 0 0,0 0 0 0 0,1 1 0 0 0,-1-1 0 0 0,1 1 0 0 0,0-1 0 0 0,1 0 0 0 0,0 1 0 0 0,2 11 0 0 0,1 4 0 0 0,6 116-49 0 0,-6-75 34 0 0,-2-17 15 0 0,-2-17 0 0 0,3 0 0 0 0,9 51 0 0 0,3-22 72 0 0,9 29-8 0 0,-18-67-64 0 0,-4-13 0 0 0,0 1 0 0 0,0-1 0 0 0,1 0 0 0 0,0 0 0 0 0,0 0 0 0 0,1-1 0 0 0,0 1 0 0 0,0-1 0 0 0,1 0 0 0 0,5 7 0 0 0,-5-9 122 0 0,0 0-1 0 0,0 0 1 0 0,1 0-1 0 0,-1-1 0 0 0,1 0 1 0 0,-1 0-1 0 0,11 3 1 0 0,45 12 1166 0 0,-49-15-1205 0 0,33 7 454 0 0,-28-7-199 0 0,0 0-1 0 0,0 2 1 0 0,-1 0 0 0 0,23 11-1 0 0,-19-8 183 0 0,-18-7-416 0 0,5 1 2632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54.3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1151 0 0,'0'0'16056'0'0,"1"1"-15936"0"0,3 5-94 0 0,0 1 0 0 0,0-1 0 0 0,-1 1 0 0 0,0 0 0 0 0,0 0 0 0 0,-1 0 0 0 0,1 0 0 0 0,-2 0 0 0 0,3 12 0 0 0,-2 7-43 0 0,-1 38 0 0 0,0-7 31 0 0,4 23-14 0 0,-4-74-10 0 0,0-3-33 0 0,0 5 32 0 0,0 0 11 0 0,2 0 0 0 0,-2-2 1 0 0,0-1-3 0 0,-3 12 15 0 0,3-15 35 0 0,3 1-56 0 0,0 0 0 0 0,-1 0-1 0 0,1 0 1 0 0,0-1-1 0 0,1 1 1 0 0,-1-1 0 0 0,0 0-1 0 0,1 0 1 0 0,-1-1 0 0 0,1 1-1 0 0,0-1 1 0 0,-1 0 0 0 0,10 1-1 0 0,-4 0 2 0 0,3 0 7 0 0,0-1 0 0 0,1 0 0 0 0,-1-1 0 0 0,0 0 0 0 0,1-1 0 0 0,-1 0 0 0 0,25-7 0 0 0,-28 6 0 0 0,0-2 0 0 0,-2 2-10 0 0,-7 2-80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55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22 103 287 0 0,'0'0'2904'0'0,"-8"-17"-1440"0"0,7 17-1336 0 0,-2-1-328 0 0,-2-9 2310 0 0,4 9-1684 0 0,-1-6 190 0 0,1 4 121 0 0,6-1-370 0 0,14-7 363 0 0,1 1 0 0 0,22-7 0 0 0,-32 10-530 0 0,-8 6-173 0 0,-1 0 0 0 0,1 0 0 0 0,-1 0 0 0 0,1 0 0 0 0,0 0 0 0 0,0 0 0 0 0,-1 0 0 0 0,1 0 0 0 0,0 1 0 0 0,0-1 0 0 0,0 1 0 0 0,0 0 0 0 0,2-1 0 0 0,0 0-27 0 0,13-1 0 0 0,-7 3 0 0 0,0 0 0 0 0,2 1 0 0 0,-11-1 0 0 0,2 1 0 0 0,29-2 0 0 0,-22 0 0 0 0,-4 2 16 0 0,-4-2 376 0 0,-17 14-986 0 0,14-13 108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57.1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1 975 0 0,'0'0'13338'0'0,"1"1"-13417"0"0,1 2 73 0 0,1-1 0 0 0,-1 1 0 0 0,0-1 0 0 0,1 0-1 0 0,-1 0 1 0 0,1 0 0 0 0,0 0 0 0 0,-1 0 0 0 0,1 0 0 0 0,0-1 0 0 0,0 1 0 0 0,0-1 0 0 0,0 0-1 0 0,1 0 1 0 0,-1 0 0 0 0,4 0 0 0 0,-2 0 3 0 0,5 1 3 0 0,1-1 0 0 0,0 0 0 0 0,19-1 0 0 0,-13 0 0 0 0,2-3 931 0 0,-12 2-645 0 0,0-1 1 0 0,0 2-1 0 0,0-1 0 0 0,0 1 0 0 0,9 0 0 0 0,-17 1-274 0 0,0-1-1 0 0,0 1 1 0 0,0 0 0 0 0,0 0-1 0 0,1 0 1 0 0,-1 0-1 0 0,0 0 1 0 0,0 0-1 0 0,1 0 1 0 0,-1 2 0 0 0,-3 4 52 0 0,0-2 0 0 0,1-1-54 0 0,1 1 1 0 0,-1 0-1 0 0,1-1 0 0 0,0 1 1 0 0,-1 6-1 0 0,-2 2 3 0 0,-2 7-17 0 0,1-1 1 0 0,1 1-1 0 0,1 0 0 0 0,1 1 1 0 0,0-1-1 0 0,2 1 0 0 0,1 36 1 0 0,3-34-24 0 0,1-1 1 0 0,12 43 0 0 0,-10-46 2 0 0,-1 0 1 0 0,-1 1-1 0 0,0 0 0 0 0,0 26 0 0 0,-4-43 21 0 0,0 4-4 0 0,0 0 0 0 0,0 0 0 0 0,1-1-1 0 0,0 1 1 0 0,0 0 0 0 0,0-1 0 0 0,1 1 0 0 0,0-1 0 0 0,5 11 0 0 0,-6-14-36 0 0,3 3 32 0 0,-1 1 22 0 0,-2-5 32 0 0,-1 6-33 0 0,1 2-10 0 0,-2-3 11 0 0,1-6 42 0 0,-1 0 1 0 0,0 3-33 0 0,1-3 376 0 0,-2-1-343 0 0,-8 2-44 0 0,-2 0-10 0 0,1 0 0 0 0,1 0 0 0 0,-4-1 0 0 0,13-1 0 0 0,-11 3 0 0 0,-19 3 0 0 0,21-5 0 0 0,2 1-14 0 0,7-2-64 0 0,9-2-3558 0 0,1 1-1428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57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1 2791 0 0,'0'0'12608'0'0,"0"2"-11972"0"0,0 2-433 0 0,0 0-1 0 0,0 0 0 0 0,-1 1 0 0 0,1-1 1 0 0,-1 0-1 0 0,0 0 0 0 0,0 0 1 0 0,-1 0-1 0 0,1 0 0 0 0,-1 0 0 0 0,0-1 1 0 0,-2 5-1 0 0,-2 2-47 0 0,0-1 0 0 0,0 1 0 0 0,-12 11 0 0 0,-3 2-163 0 0,-2-1 0 0 0,0-1 1 0 0,-38 26-1 0 0,38-32-167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02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0 599 0 0,'0'0'10047'0'0,"0"2"-9984"0"0,-2 21-84 0 0,1 0 0 0 0,1 0 1 0 0,4 32-1 0 0,0-8-19 0 0,3 53-114 0 0,3 47 47 0 0,-16-81 53 0 0,7-56 54 0 0,0-2 11 0 0,-1-6 44 0 0,-1 1-9 0 0,4 8 40 0 0,-1-6-84 0 0,1 3-2 0 0,1 0-12 0 0,-1-1-36 0 0,0 1 36 0 0,-2-7 12 0 0,-1 0 0 0 0,0 0 0 0 0,1 0 0 0 0,-1 0 0 0 0,1 0 0 0 0,-1 0 0 0 0,1-1 0 0 0,0 1 0 0 0,-1 0 0 0 0,1 0 0 0 0,0-1 0 0 0,0 1 0 0 0,-1 0 0 0 0,1-1 0 0 0,0 1 0 0 0,0 0 0 0 0,0-1 0 0 0,0 0 0 0 0,0 1 0 0 0,0-1 0 0 0,1 1 0 0 0,1 0 0 0 0,2 0 20 0 0,0 0 0 0 0,0 0 0 0 0,0 0-1 0 0,0-1 1 0 0,0 1 0 0 0,1-1-1 0 0,-1 0 1 0 0,0-1 0 0 0,0 1 0 0 0,0-1-1 0 0,6-2 1 0 0,15-1 55 0 0,23-1 112 0 0,-18 1-360 0 0,40 0 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03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35 1151 0 0,'0'0'5768'0'0,"-2"0"-5616"0"0,-2-1 62 0 0,-39-3 1636 0 0,42 4-1075 0 0,12-2-615 0 0,152-23 1684 0 0,-127 23-1795 0 0,-29 2-55 0 0,-4 0-37 0 0,4 3 20 0 0,-6-2-37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04.7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91 106 687 0 0,'0'0'4608'0'0,"-9"-17"2186"0"0,1 5-3924 0 0,-8 7-1766 0 0,8 6-1104 0 0,6 0-4 0 0,0 0-1 0 0,0 0 1 0 0,0 1-1 0 0,0-1 0 0 0,0 0 1 0 0,0 1-1 0 0,1-1 1 0 0,-1 1-1 0 0,0 0 1 0 0,1-1-1 0 0,-1 1 0 0 0,1 0 1 0 0,-2 4-1 0 0,0-3-3 0 0,0 1 0 0 0,1 0 1 0 0,-1 0-1 0 0,1 0 0 0 0,0 0 0 0 0,0 1 0 0 0,1-1 0 0 0,-1 0 0 0 0,1 1 0 0 0,0-1 0 0 0,0 1 0 0 0,1-1 0 0 0,-1 6 1 0 0,2 1-38 0 0,-1 0 0 0 0,2-1 0 0 0,4 20 0 0 0,1 5-1 0 0,-6-30 46 0 0,0 0 0 0 0,0 0 0 0 0,1-1 0 0 0,0 1 0 0 0,0 0 0 0 0,4 7 0 0 0,-2-9 0 0 0,0 0 0 0 0,0 0 0 0 0,1 0 0 0 0,-1-1 0 0 0,1 1 0 0 0,-1-1 0 0 0,1 0 0 0 0,0-1 0 0 0,0 1 0 0 0,6 1 0 0 0,8 1-72 0 0,1-1 72 0 0,-17-2 0 0 0,13-2 0 0 0,-7 0 0 0 0,-3-1 0 0 0,5-6 0 0 0,6-2 0 0 0,-15 8 6 0 0,1 0-1 0 0,-1 1 0 0 0,0-1 1 0 0,0 0-1 0 0,0 0 0 0 0,0-1 1 0 0,0 1-1 0 0,-1 0 0 0 0,1-1 1 0 0,-1 1-1 0 0,3-6 0 0 0,0 3 14 0 0,-3 3-7 0 0,1 0 1 0 0,-1 0-1 0 0,0 0 0 0 0,0 0 1 0 0,0 0-1 0 0,0 0 1 0 0,0-1-1 0 0,-1 1 0 0 0,1 0 1 0 0,-1-1-1 0 0,1 1 0 0 0,-1 0 1 0 0,0-4-1 0 0,2-7 68 0 0,-5-13-32 0 0,-5-27 27 0 0,5 37 28 0 0,2 9-54 0 0,0 0-1 0 0,-1 0 0 0 0,-3-8 1 0 0,-2-5 302 0 0,5 16-292 0 0,-20-31-49 0 0,16 28-10 0 0,-1 0 0 0 0,-1 2-10 0 0,0 1-33 0 0,2 1 22 0 0,3 1-22 0 0,0 0 42 0 0,1 1 0 0 0,-1 0 0 0 0,1-1 1 0 0,-1 1-1 0 0,1 0 0 0 0,-1 0 0 0 0,0 1 0 0 0,0-1 1 0 0,0 1-1 0 0,1-1 0 0 0,-1 1 0 0 0,0 0 0 0 0,-5 0 1 0 0,2 0 0 0 0,-4 1 0 0 0,1 0-10 0 0,5 0-49 0 0,-2 5-33 0 0,2-3-78 0 0,3-3 118 0 0,1 0 0 0 0,-1 0 0 0 0,1 0 0 0 0,0 1 0 0 0,-1-1 1 0 0,1 0-1 0 0,0 1 0 0 0,-1-1 0 0 0,1 0 0 0 0,0 1 0 0 0,0-1 0 0 0,-1 0 0 0 0,1 1 0 0 0,0-1 0 0 0,0 0 0 0 0,0 1 1 0 0,-1-1-1 0 0,1 1 0 0 0,0-1 0 0 0,0 0 0 0 0,0 1 0 0 0,-2 7-5379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05.1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1 1583 0 0,'0'0'10642'0'0,"4"10"-9932"0"0,-4-6-673 0 0,-1 1 1 0 0,0 0-1 0 0,0 0 0 0 0,0 0 0 0 0,-1 0 0 0 0,1-1 0 0 0,-1 1 1 0 0,0 0-1 0 0,0-1 0 0 0,-6 7 0 0 0,-2 4-684 0 0,-20 22 0 0 0,22-27-3684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05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0 775 0 0,'0'0'5032'0'0,"-9"1"-4248"0"0,-15 7 362 0 0,22-7-948 0 0,-9 4 882 0 0,11-5-1071 0 0,0 0-1 0 0,0 0 1 0 0,0 0-1 0 0,0 0 1 0 0,0 0-1 0 0,1 0 1 0 0,-1 0-1 0 0,0 0 1 0 0,0 0-1 0 0,0 0 1 0 0,0 0-1 0 0,0 0 0 0 0,0 0 1 0 0,0 0-1 0 0,0 0 1 0 0,0 0-1 0 0,0 1 1 0 0,0-1-1 0 0,0 0 1 0 0,0 0-1 0 0,0 0 1 0 0,0 0-1 0 0,0 0 1 0 0,0 0-1 0 0,0 0 1 0 0,0 0-1 0 0,0 0 1 0 0,0 0-1 0 0,0 0 1 0 0,0 0-1 0 0,0 0 0 0 0,0 1 1 0 0,0-1-1 0 0,0 0 1 0 0,15-1 596 0 0,23-5 261 0 0,-21 3-872 0 0,0 0 0 0 0,0 2 0 0 0,30 0 0 0 0,-42 1 4 0 0,4 2-425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06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1351 0 0,'0'0'14419'0'0,"1"-1"-14148"0"0,-1 0-195 0 0,0 1 0 0 0,1 0 0 0 0,-1 0 0 0 0,0-1 0 0 0,1 1 0 0 0,-1 0 1 0 0,0 0-1 0 0,1 0 0 0 0,-1-1 0 0 0,0 1 0 0 0,1 0 0 0 0,-1 0 0 0 0,0 0 1 0 0,1 0-1 0 0,-1 0 0 0 0,0 0 0 0 0,1 0 0 0 0,-1 0 0 0 0,1 0 1 0 0,-1 0-1 0 0,0 0 0 0 0,1 0 0 0 0,-1 0 0 0 0,1 0 0 0 0,-1 0 0 0 0,0 0 1 0 0,1 0-1 0 0,-1 0 0 0 0,0 1 0 0 0,1-1 0 0 0,-1 0 0 0 0,0 0 0 0 0,1 1 1 0 0,11 13 360 0 0,-8-6-507 0 0,0 0-1 0 0,5 15 0 0 0,-3 1 71 0 0,6 47 1 0 0,-10-52-3 0 0,1 1 0 0 0,1-1 0 0 0,0 0 1 0 0,1-1-1 0 0,2 1 0 0 0,8 19 0 0 0,-11-33-32 0 0,-1 0 11 0 0,4 20 20 0 0,-6-19-7 0 0,0-4-180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06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1 1351 0 0,'0'0'6319'0'0,"1"2"-5974"0"0,0 4-138 0 0,1 0 0 0 0,-1 1 1 0 0,-1-1-1 0 0,1 1 0 0 0,-1-1 0 0 0,0 0 0 0 0,-1 1 0 0 0,1-1 0 0 0,-3 7 0 0 0,-1 6 222 0 0,-11 33-1 0 0,12-46-434 0 0,0 0-1 0 0,0 0 0 0 0,0 0 1 0 0,0-1-1 0 0,-1 1 0 0 0,0-1 1 0 0,-8 9-1 0 0,-2-2-4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07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29 287 0 0,'0'0'11271'0'0,"2"0"-11210"0"0,38-5-79 0 0,-20 3-11 0 0,-1-1 1 0 0,1-1 0 0 0,22-7-1 0 0,-35 8 19 0 0,-6 2-46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08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56 775 0 0,'0'0'3552'0'0,"-2"-9"-2112"0"0,3 7-1369 0 0,-1 0 108 0 0,1 0 1 0 0,-1 0-1 0 0,1 0 1 0 0,0 0 0 0 0,-1 0-1 0 0,1 0 1 0 0,2-3-1 0 0,-1 3-97 0 0,1-1 0 0 0,-1 1-1 0 0,1 0 1 0 0,-1 0 0 0 0,1 0-1 0 0,0 0 1 0 0,4-2-1 0 0,3-1-81 0 0,-1 4 0 0 0,-1 3-13 0 0,-2-1-53 0 0,-6-1 63 0 0,1 0 1 0 0,0 0-1 0 0,-1 0 0 0 0,1 1 1 0 0,0-1-1 0 0,-1 0 0 0 0,1 1 1 0 0,0-1-1 0 0,-1 0 1 0 0,1 1-1 0 0,0-1 0 0 0,-1 0 1 0 0,1 1-1 0 0,-1-1 0 0 0,1 1 1 0 0,-1-1-1 0 0,1 1 1 0 0,-1 0-1 0 0,0-1 0 0 0,1 1 1 0 0,-1-1-1 0 0,1 2 0 0 0,1 0-1 0 0,0 1 0 0 0,-1 0 0 0 0,1-1 0 0 0,-1 1-1 0 0,0 0 1 0 0,1-1 0 0 0,-1 1 0 0 0,0 0 0 0 0,-1 0 0 0 0,1 0-1 0 0,0 5 1 0 0,0 38-60 0 0,-1-11 38 0 0,1-28 26 0 0,-1-1 0 0 0,0 1 0 0 0,0-1 0 0 0,-2 12 0 0 0,-12 35 0 0 0,13-51 0 0 0,-3 8 0 0 0,1-1 0 0 0,-3 3 58 0 0,5-11-14 0 0,-2 12-4 0 0,0-3-36 0 0,0-5 5 0 0,-5 9-72 0 0,3-8 41 0 0,4-3-21 0 0,0 1 32 0 0,1-3 11 0 0,0-1 0 0 0,0 1 0 0 0,0-1 0 0 0,0 1 0 0 0,0-1 0 0 0,0 1 0 0 0,0-1 0 0 0,0 0 0 0 0,0 1 0 0 0,0-1 0 0 0,0 1 0 0 0,0-1 0 0 0,0 1 0 0 0,0-1 0 0 0,1 1 0 0 0,-1-1 0 0 0,0 0 0 0 0,0 1 0 0 0,0-1 0 0 0,1 1 0 0 0,-1-1 0 0 0,0 0 0 0 0,1 1 0 0 0,-1-1 0 0 0,1 1 0 0 0,5 5 0 0 0,-1 0 0 0 0,1-1 0 0 0,-5-4 5 0 0,0 0-1 0 0,1 0 1 0 0,-1 0 0 0 0,1 0-1 0 0,-1 0 1 0 0,1-1-1 0 0,-1 1 1 0 0,1 0-1 0 0,-1-1 1 0 0,1 0-1 0 0,-1 1 1 0 0,1-1-1 0 0,0 0 1 0 0,-1 0 0 0 0,1 1-1 0 0,0-1 1 0 0,-1-1-1 0 0,1 1 1 0 0,2 0-1 0 0,2-1 23 0 0,8 0 185 0 0,0 0 1 0 0,18-4 0 0 0,3-1 371 0 0,-7 1 24 0 0,-16 2-160 0 0,0 2 0 0 0,25-2 0 0 0,-35 3-321 0 0,-1 1-47 0 0,4 1 19 0 0,-4-1 391 0 0,0 0-398 0 0,2 4-28 0 0,0 2-65 0 0,-6 1-90 0 0,-3-1-106 0 0,4-6-14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10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26 287 0 0,'0'0'5571'0'0,"1"-1"-5507"0"0,45-8 275 0 0,0 2 1 0 0,1 2-1 0 0,76 2 0 0 0,-111 3-281 0 0,-6 1-53 0 0,1-1-1 0 0,0 1 0 0 0,-1 1 0 0 0,0-1 1 0 0,1 1-1 0 0,10 4 0 0 0,-7-2 2166 0 0,1 19-980 0 0,20 59-1174 0 0,-31-82-16 0 0,5 11 0 0 0,-1 1 0 0 0,-1 0 0 0 0,0 0 0 0 0,0 0 0 0 0,-1 0 0 0 0,-1 1 0 0 0,0 21 0 0 0,0 51 351 0 0,0-71-295 0 0,22 270 1383 0 0,-15-226-1390 0 0,-3-23 4 0 0,1 47-1 0 0,-2 7 12 0 0,-3-75-64 0 0,0 1 0 0 0,6 26 0 0 0,3 22 0 0 0,-10-53 0 0 0,0 0 0 0 0,0-1 0 0 0,0 1 6142 0 0,-1-9-6076 0 0,-8 2 1 0 0,-6 1 41 0 0,13-3-92 0 0,-15-1 17 0 0,-17 2-10 0 0,-15 1 18 0 0,2 2-19 0 0,32-4-10 0 0,-1 1 1 0 0,1 1 0 0 0,-20 5-1 0 0,31-7 1 0 0,-22 7-90 0 0,25-7-249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11.0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0 599 0 0,'0'0'10200'0'0,"1"2"-9922"0"0,1 3-202 0 0,-1 1 0 0 0,0-1 0 0 0,0 1 0 0 0,0-1 0 0 0,-1 0 0 0 0,0 1 1 0 0,0-1-1 0 0,0 1 0 0 0,-1-1 0 0 0,1 1 0 0 0,-4 7 0 0 0,-8 19-3419 0 0,5-19-369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12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0 775 0 0,'0'0'18163'0'0,"1"2"-18104"0"0,4 6-49 0 0,-1 0-10 0 0,1 0 0 0 0,-2 0 0 0 0,1 0 0 0 0,-1 0 0 0 0,-1 1 0 0 0,0 0 0 0 0,0-1 0 0 0,0 1 0 0 0,0 17 0 0 0,2 14 0 0 0,3-13 0 0 0,0-1 0 0 0,16 38 0 0 0,-21-58-10 0 0,0 1-1 0 0,0-1 1 0 0,-1 1-1 0 0,0-1 1 0 0,0 12-1 0 0,4 20 10 0 0,-4-31 1 0 0,5 9-12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13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43 143 0 0,'-41'-36'5128'0'0,"40"34"-4624"0"0,1 2-455 0 0,0 0-1 0 0,0 0 0 0 0,1 0 0 0 0,-1 0 0 0 0,0 0 1 0 0,0 0-1 0 0,0 0 0 0 0,0 0 0 0 0,0 0 0 0 0,0 0 1 0 0,1 0-1 0 0,-1 0 0 0 0,0 0 0 0 0,0 0 0 0 0,0 0 1 0 0,0 0-1 0 0,0 0 0 0 0,0 0 0 0 0,0 0 1 0 0,1 0-1 0 0,-1 0 0 0 0,0 0 0 0 0,0 0 0 0 0,0 0 1 0 0,0 0-1 0 0,0-1 0 0 0,0 1 0 0 0,0 0 0 0 0,0 0 1 0 0,0 0-1 0 0,0 0 0 0 0,0 0 0 0 0,0 0 0 0 0,0 0 1 0 0,1 0-1 0 0,-1-1 0 0 0,0 1 0 0 0,0 0 0 0 0,0 0 1 0 0,0 0-1 0 0,0 0 0 0 0,0 0 0 0 0,0 0 0 0 0,0-1 1 0 0,0 1-1 0 0,0 0 0 0 0,0 0 0 0 0,0 0 0 0 0,-1 0 1 0 0,1 0-1 0 0,0 0 0 0 0,0 0 0 0 0,0-1 1 0 0,0 1-1 0 0,0 0 0 0 0,0 0 0 0 0,0 0 0 0 0,0 0 1 0 0,0 0-1 0 0,0 0 0 0 0,0 0 0 0 0,0 0 0 0 0,-1 0 1 0 0,1-1-1 0 0,0 1 0 0 0,0 0 0 0 0,0 0 0 0 0,18 2 601 0 0,22 8-544 0 0,62 37 801 0 0,-38-16-482 0 0,-43-21-314 0 0,-1 0 0 0 0,0 2 0 0 0,0 0 0 0 0,-1 1 0 0 0,-1 1 0 0 0,0 1 0 0 0,-1 1 0 0 0,15 17 0 0 0,-18-16-71 0 0,-1-1 1 0 0,-1 2-1 0 0,0 0 0 0 0,-2 0 0 0 0,0 1 0 0 0,-1 0 0 0 0,-1 1 0 0 0,12 41 0 0 0,18 116-39 0 0,-14-60 0 0 0,-10-56 14 0 0,18 101 100 0 0,-30-134-69 0 0,0 0 0 0 0,-2 0-1 0 0,-2 0 1 0 0,0 0 0 0 0,-8 33-1 0 0,7-44 80 0 0,-1-1 0 0 0,-1 0 0 0 0,0 0 0 0 0,-1 0 0 0 0,-1 0 0 0 0,0-1 0 0 0,-1 0 0 0 0,-1-1 0 0 0,0 0 0 0 0,-13 15 0 0 0,-1-6 871 0 0,-35 26-1 0 0,-14 13 19 0 0,70-59-1002 0 0,-13 8 56 0 0,-10 3 166 0 0,1 1 0 0 0,0 1 0 0 0,2 1 0 0 0,-32 31 1 0 0,27-24-121 0 0,25-23-90 0 0,0 1-1 0 0,0 0 1 0 0,1-1 0 0 0,-1 1 0 0 0,1 0 0 0 0,0 0-1 0 0,-3 4 1 0 0,-2 3 111 0 0,5-7-170 0 0,-10 10 550 0 0,5-7-1387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18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1 775 0 0,'0'0'1912'0'0,"6"9"-1248"0"0,16 38 1424 0 0,-21-45-1922 0 0,4 9 124 0 0,26 75 315 0 0,34 151 0 0 0,-64-231-599 0 0,10 48-6 0 0,-6-23-44 0 0,12 38 0 0 0,-15-61 34 0 0,-1-5-33 0 0,0 3 8 0 0,-1-4-91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18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6 431 0 0,'-8'0'438'0'0,"5"0"2860"0"0,-9 2-1840 0 0,11-1-584 0 0,7-2-486 0 0,5-2-383 0 0,0 1-1 0 0,0 1 0 0 0,0 0 0 0 0,1 1 1 0 0,-1 0-1 0 0,0 1 0 0 0,0 0 1 0 0,0 0-1 0 0,0 1 0 0 0,-1 1 0 0 0,1 0 1 0 0,0 0-1 0 0,-1 1 0 0 0,12 6 0 0 0,-16-8-4 0 0,-1 1 0 0 0,17 15 0 0 0,-19-16 0 0 0,2 4 0 0 0,6 9 0 0 0,-9-13 0 0 0,0 0 0 0 0,0-1 0 0 0,-1 1 0 0 0,1 0 0 0 0,-1 0 0 0 0,1 0 0 0 0,-1 0 0 0 0,0 0 0 0 0,0 0 0 0 0,0 0 0 0 0,0 0 0 0 0,0 0 0 0 0,0 1 0 0 0,-1-1 0 0 0,1 0 0 0 0,-1 0 0 0 0,1 1 0 0 0,-1 3 0 0 0,0-3 5 0 0,0-1-1 0 0,0 1 0 0 0,-1 0 1 0 0,1 0-1 0 0,-1-1 0 0 0,0 1 0 0 0,1-1 1 0 0,-1 1-1 0 0,0-1 0 0 0,-2 4 0 0 0,2-3 3 0 0,0-1 33 0 0,0 0 1 0 0,0 0-1 0 0,0 0 1 0 0,0 0-1 0 0,-1 0 1 0 0,1 0-1 0 0,0 0 1 0 0,-1-1-1 0 0,1 1 1 0 0,-1 0-1 0 0,-3 1 1 0 0,-2 4 195 0 0,3-3-2 0 0,-1 0 1 0 0,0 0-1 0 0,0 0 0 0 0,-1-1 0 0 0,1 1 0 0 0,-1-1 0 0 0,1-1 0 0 0,-10 4 0 0 0,-18 0 665 0 0,29-5-848 0 0,0 0 1 0 0,0 0-1 0 0,0-1 1 0 0,0 1 0 0 0,0-1-1 0 0,-1 0 1 0 0,1 0-1 0 0,-5-1 1 0 0,-5 0-12 0 0,-30 0 26 0 0,1 1-136 0 0,41 0 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19.6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43 1807 0 0,'0'0'83'0'0,"-1"-1"-6"0"0,-3-4-11 0 0,3 3 518 0 0,1 2-208 0 0,0-1 0 0 0,0 0 0 0 0,0 1 0 0 0,0-1 0 0 0,-1 0 0 0 0,1 1 0 0 0,0-1 0 0 0,0 1 1 0 0,0-1-1 0 0,-1 0 0 0 0,1 1 0 0 0,0-1 0 0 0,-1 1 0 0 0,1-1 0 0 0,0 1 0 0 0,-1-1 0 0 0,1 1 0 0 0,-1-1 0 0 0,-12-5 3012 0 0,-16 4-599 0 0,25 2-1834 0 0,3 0-635 0 0,-1 1-239 0 0,-6 2-27 0 0,0 3-44 0 0,6-4-15 0 0,0 0 0 0 0,-1-1 0 0 0,1 1 0 0 0,0 1 0 0 0,1-1 0 0 0,-1 0 0 0 0,0 0 0 0 0,1 1 0 0 0,-3 3 0 0 0,0 2-21 0 0,-12 15-46 0 0,14-21 49 0 0,1 2-15 0 0,-1 9 29 0 0,2 0-45 0 0,0-11 51 0 0,0-1 0 0 0,0 0 0 0 0,0 0 0 0 0,0 0 0 0 0,0 1 0 0 0,0-1 0 0 0,1 0 0 0 0,-1 0 1 0 0,0 0-1 0 0,1 1 0 0 0,-1-1 0 0 0,1 0 0 0 0,-1 0 0 0 0,1 0 0 0 0,0 0 0 0 0,-1 0 0 0 0,1 0 0 0 0,0 0 0 0 0,0 0 0 0 0,1 0 0 0 0,1 3 1 0 0,2 2-8 0 0,-3-3-33 0 0,2 1 40 0 0,0 0 1 0 0,0 0-1 0 0,1 0 1 0 0,-1-1-1 0 0,1 0 1 0 0,0 0-1 0 0,0 0 1 0 0,9 4-1 0 0,-13-7-65 0 0,1 1 15 0 0,8 3 34 0 0,-7-2 15 0 0,1-1-1 0 0,-1 0 0 0 0,1 1 1 0 0,0-1-1 0 0,-1-1 0 0 0,1 1 1 0 0,0 0-1 0 0,0-1 0 0 0,0 0 1 0 0,0 0-1 0 0,5 0 0 0 0,-2-1 5 0 0,-2 1 0 0 0,0-1 0 0 0,0 0 0 0 0,-1 0 0 0 0,9-3 0 0 0,-8 2 4 0 0,0 1 8 0 0,-2 0-1 0 0,1 0 1 0 0,0 0 0 0 0,0-1-1 0 0,0 0 1 0 0,-1 0 0 0 0,1 0 0 0 0,0 0-1 0 0,-1 0 1 0 0,0-1 0 0 0,0 0-1 0 0,0 1 1 0 0,0-1 0 0 0,0 0-1 0 0,0 0 1 0 0,3-7 0 0 0,9-13 52 0 0,-14 20-21 0 0,-7-13-17 0 0,5 13-14 0 0,0 1 0 0 0,0-1-1 0 0,0 1 1 0 0,-1-1 0 0 0,1 1-1 0 0,-1-1 1 0 0,1 1-1 0 0,-1 0 1 0 0,0 0 0 0 0,-3-3-1 0 0,2 1-11 0 0,-12-9 0 0 0,12 11 0 0 0,-18-14 0 0 0,9 6 0 0 0,11 10 0 0 0,-16-20 0 0 0,9 14-10 0 0,1 2-49 0 0,-10 3-193 0 0,13 1-2973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21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262 477 1351 0 0,'9'-12'11955'0'0,"-15"7"-11655"0"0,0 0 1 0 0,0 0 0 0 0,0 1-1 0 0,-1 0 1 0 0,0 0-1 0 0,0 0 1 0 0,0 1-1 0 0,0 0 1 0 0,-15-4-1 0 0,14 5-239 0 0,0 1-1 0 0,0 0 1 0 0,0 0-1 0 0,0 0 0 0 0,0 1 1 0 0,0 0-1 0 0,0 0 1 0 0,-9 2-1 0 0,-43 8 15 0 0,49-6-32 0 0,1 2-33 0 0,9-6-10 0 0,0 1 0 0 0,0-1 0 0 0,0 1 0 0 0,0 0 0 0 0,0-1 0 0 0,0 1 0 0 0,0 0 0 0 0,0 0 0 0 0,0 0 0 0 0,1-1 0 0 0,-1 1 0 0 0,0 0 0 0 0,0 0 0 0 0,1 0 0 0 0,-1 0 0 0 0,1 1 0 0 0,-1-1 0 0 0,1 0 0 0 0,-1 0 0 0 0,1 2 0 0 0,-2 2 0 0 0,0 0-16 0 0,1 0 0 0 0,-1 0 0 0 0,1 1 0 0 0,0-1-1 0 0,0 0 1 0 0,0 1 0 0 0,1-1 0 0 0,0 1 0 0 0,0-1-1 0 0,0 1 1 0 0,1-1 0 0 0,0 1 0 0 0,0-1 0 0 0,2 7 0 0 0,-3-10 9 0 0,1-1 0 0 0,-1 1 0 0 0,1 0 0 0 0,0 0 1 0 0,0-1-1 0 0,0 1 0 0 0,0 0 0 0 0,0-1 0 0 0,0 1 1 0 0,0-1-1 0 0,0 1 0 0 0,0-1 0 0 0,1 0 1 0 0,-1 1-1 0 0,2 0 0 0 0,1 1-2 0 0,3 2-7 0 0,0 0-1 0 0,1 0 1 0 0,-1-1 0 0 0,1 0-1 0 0,0 0 1 0 0,14 4-1 0 0,2 2 4 0 0,-19-8 24 0 0,-3-1-16 0 0,0 0 0 0 0,0 0 0 0 0,1 0 0 0 0,-1-1 0 0 0,0 1 0 0 0,0-1 0 0 0,0 1 0 0 0,1-1 0 0 0,-1 0 0 0 0,0 0 0 0 0,0 0 0 0 0,0 0 0 0 0,1 0 0 0 0,1-1 0 0 0,-1 1 9 0 0,-1 0 0 0 0,0 0 0 0 0,1-1 0 0 0,-1 1 0 0 0,0-1 0 0 0,1 1 0 0 0,-1-1 0 0 0,0 0 0 0 0,0 0 0 0 0,1 0 0 0 0,-1 0 0 0 0,0 0 0 0 0,0-1 0 0 0,0 1 0 0 0,3-4 0 0 0,0 1 7 0 0,0-1 12 0 0,0-1 0 0 0,0 0 1 0 0,0 0-1 0 0,-1 0 0 0 0,0-1 1 0 0,0 1-1 0 0,0-1 0 0 0,-1 0 0 0 0,0 0 1 0 0,2-8-1 0 0,0-2 22 0 0,0 1 0 0 0,-1-1 0 0 0,-1 0-1 0 0,1-26 1 0 0,-5-67 463 0 0,0 41 125 0 0,9-45 370 0 0,0-14-522 0 0,-7 142-522 0 0,1-1 0 0 0,3 19 0 0 0,1 2 8 0 0,-1 2 33 0 0,-1-13 0 0 0,1 36 0 0 0,4 121-64 0 0,-9-179 64 0 0,0 9-6 0 0,0 0-1 0 0,1 0 1 0 0,0 0-1 0 0,3 16 1 0 0,-2-20 3 0 0,1 0 0 0 0,0 0-1 0 0,0 0 1 0 0,0 0 0 0 0,0 0 0 0 0,1 0 0 0 0,0-1 0 0 0,0 0-1 0 0,10 9 1 0 0,-10-10 3 0 0,0-1 0 0 0,0-1 0 0 0,0 1 0 0 0,0-1 0 0 0,1 1 0 0 0,-1-1 0 0 0,1-1 0 0 0,0 1 0 0 0,-1-1 0 0 0,1 1 0 0 0,0-1 0 0 0,0-1 0 0 0,0 1 0 0 0,0-1 0 0 0,8 0 0 0 0,4 0 0 0 0,-1-2 0 0 0,1 0 0 0 0,20-5 0 0 0,-29 5 0 0 0,-2 1 0 0 0,1-1 0 0 0,-1 0 0 0 0,0 0 0 0 0,0 0 0 0 0,0-1 0 0 0,0 0 0 0 0,7-5 0 0 0,-6 4 0 0 0,29-21 0 0 0,-23 15 0 0 0,-10 8 0 0 0,4-11 0 0 0,2-1 0 0 0,-8 12 0 0 0,4-13 0 0 0,-4 11 6 0 0,2-4 34 0 0,-7-15-14 0 0,1 11-26 0 0,-2-2 7 0 0,3 10-23 0 0,-9-8 172 0 0,8 8-156 0 0,2 2-7 0 0,0 0 0 0 0,0 0 1 0 0,0 1-1 0 0,-1-1 1 0 0,1 1-1 0 0,-1-1 0 0 0,1 1 1 0 0,-1 0-1 0 0,-3-3 0 0 0,-4-2 7 0 0,1 1 0 0 0,-1 3 0 0 0,-1 0 0 0 0,0 2 0 0 0,0 0 0 0 0,-1 3 0 0 0,2 2 0 0 0,0 0 0 0 0,2 1 0 0 0,1 2 0 0 0,0 0 0 0 0,3 1 0 0 0,0 1 0 0 0,1-1-10 0 0,0-2-1 0 0,-2 8-79 0 0,3 2 65 0 0,1-7 25 0 0,0 2 0 0 0,0-1 0 0 0,0-1 0 0 0,0 0 0 0 0,0 0 0 0 0,2 1 0 0 0,0 3 0 0 0,-1-10 0 0 0,6 9 0 0 0,-3-7 0 0 0,-2-5 0 0 0,-1 1 0 0 0,0 0 0 0 0,1-1 0 0 0,-1 1 0 0 0,0 0 0 0 0,0 0 0 0 0,0 0 0 0 0,1 3 0 0 0,-1-4 0 0 0,-1 1 0 0 0,1-1 0 0 0,0 0 0 0 0,-1 0 0 0 0,1 1 0 0 0,-1-1 0 0 0,1 0 0 0 0,-1 1 0 0 0,0-1 0 0 0,0 0 0 0 0,1 1 0 0 0,-1 1 0 0 0,-1-1 0 0 0,1 0 0 0 0,0 0 0 0 0,1-1 0 0 0,-1 1 0 0 0,0 0 0 0 0,0-1 0 0 0,1 1 0 0 0,-1 0 0 0 0,2 2 0 0 0,1 11-1 0 0,-1-9 3 0 0,0 1 0 0 0,0 0 0 0 0,0-1 0 0 0,1 0 0 0 0,5 9 0 0 0,-6-12 41 0 0,0-2-43 0 0,-1 0 1 0 0,0 1 0 0 0,1-1 0 0 0,-1 0 0 0 0,1 0-1 0 0,-1 0 1 0 0,1 0 0 0 0,0-1 0 0 0,-1 1 0 0 0,1 0-1 0 0,0-1 1 0 0,0 1 0 0 0,-1-1 0 0 0,4 1 0 0 0,2 0-3 0 0,0 0 2 0 0,-1-1 0 0 0,2 0 0 0 0,-1 0 0 0 0,0 0 0 0 0,0-1 0 0 0,-1 0 0 0 0,1 0 0 0 0,0 0 0 0 0,12-5 0 0 0,22-4 0 0 0,-9 3-9 0 0,6 0-17 0 0,-3 5 8 0 0,-16 4-59 0 0,-18-2-267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22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0 1583 0 0,'0'0'8568'0'0,"-7"9"-6544"0"0,-9 13 711 0 0,-18 31-1 0 0,29-42-2634 0 0,0 0 0 0 0,0 0 0 0 0,1 0 0 0 0,0 0 1 0 0,-3 21-1 0 0,-18 150-90 0 0,20-124-10 0 0,6 103 0 0 0,0-151-4 0 0,0 0 1 0 0,0 1-1 0 0,1-1 0 0 0,1 0 0 0 0,0 0 0 0 0,0 0 1 0 0,6 11-1 0 0,-6-14 1 0 0,1-1 0 0 0,-1 0 0 0 0,2 1 0 0 0,-1-2 0 0 0,1 1 0 0 0,0 0-1 0 0,0-1 1 0 0,0 0 0 0 0,1 0 0 0 0,11 7 0 0 0,56 26 289 0 0,-53-28-120 0 0,0 0 0 0 0,37 26 0 0 0,-52-32-166 0 0,-3-1 2 0 0,0-1-1 0 0,1 0 0 0 0,-1 1 1 0 0,1-1-1 0 0,-1 0 0 0 0,1-1 1 0 0,6 4-1 0 0,-9-4-804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23.0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1 775 0 0,'0'0'13992'0'0,"-11"0"-12050"0"0,6 0-1769 0 0,0 0 1 0 0,0 0 0 0 0,0 1-1 0 0,0-1 1 0 0,0 1 0 0 0,0 1-1 0 0,0-1 1 0 0,1 1 0 0 0,-1 0 0 0 0,-6 3-1 0 0,-10 3-161 0 0,11-3-12 0 0,7-3 0 0 0,1-1 0 0 0,0 1 0 0 0,-1 0 0 0 0,1 0 0 0 0,0 1 0 0 0,0-1 0 0 0,0 0 0 0 0,0 1 0 0 0,0-1 0 0 0,-1 4 0 0 0,-1 2 0 0 0,-3 0-6 0 0,5-4-1 0 0,-1 0 0 0 0,1 0 0 0 0,0-1 0 0 0,0 1 0 0 0,0 0 0 0 0,0 1 0 0 0,1-1 0 0 0,-1 0 0 0 0,1 0 0 0 0,-1 6 1 0 0,2-9-9 0 0,-1 1 0 0 0,1 0 0 0 0,-1-1 0 0 0,1 1 1 0 0,0 0-1 0 0,0 0 0 0 0,0-1 0 0 0,0 1 1 0 0,0 0-1 0 0,0 0 0 0 0,0-1 0 0 0,0 1 0 0 0,1 3 1 0 0,1-2 5 0 0,1 8-3 0 0,0-4 10 0 0,6 3 2 0 0,-4-6-18 0 0,-1 1-1 0 0,1-1 0 0 0,0 0 1 0 0,0 0-1 0 0,0 0 0 0 0,0-1 1 0 0,1 0-1 0 0,-1 0 0 0 0,1 0 1 0 0,0-1-1 0 0,9 3 0 0 0,4-1 19 0 0,0 0 0 0 0,-18-3 0 0 0,2-1 0 0 0,-1 1 0 0 0,1 0 0 0 0,-1 0 0 0 0,1 0 0 0 0,0 0 0 0 0,-1 0 0 0 0,0 1 0 0 0,1-1 0 0 0,-1 1 0 0 0,0-1 0 0 0,0 1 0 0 0,0 0 0 0 0,0 0 0 0 0,3 3 0 0 0,-1 4 0 0 0,-4-9 0 0 0,1 1 0 0 0,-1 0 0 0 0,1 0 0 0 0,-1-1 0 0 0,1 1 0 0 0,-1 0 0 0 0,0 0 0 0 0,1 0 0 0 0,-1 0 0 0 0,0-1 0 0 0,0 1 0 0 0,1 0 0 0 0,-1 0 0 0 0,0 0 0 0 0,0 0 0 0 0,0 0 0 0 0,-1 1 0 0 0,1 1 0 0 0,-1 7 0 0 0,-2 0 0 0 0,2-7 2 0 0,0-1 0 0 0,0 1 0 0 0,0 0-1 0 0,0-1 1 0 0,0 1 0 0 0,-1-1 0 0 0,1 1-1 0 0,-1-1 1 0 0,0 1 0 0 0,-4 3 0 0 0,2-2 32 0 0,-2 2-13 0 0,3-3-16 0 0,1-1 0 0 0,0 0 0 0 0,-1 0 0 0 0,1 0 1 0 0,-1 0-1 0 0,0-1 0 0 0,1 1 0 0 0,-1-1 0 0 0,-4 2 0 0 0,-2 1-3 0 0,-32 13 62 0 0,18-12-52 0 0,21-4 102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23.6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0 3079 0 0,'0'0'5080'0'0,"-11"3"-3006"0"0,5-3-1762 0 0,-2 2 5293 0 0,8-2-5560 0 0,0 0 1 0 0,0 0-1 0 0,-1 0 0 0 0,1 0 0 0 0,0 1 0 0 0,0-1 0 0 0,0 0 0 0 0,0 0 0 0 0,0 0 0 0 0,0 1 0 0 0,0-1 0 0 0,0 0 0 0 0,0 0 1 0 0,0 0-1 0 0,-1 1 0 0 0,1-1 0 0 0,0 0 0 0 0,0 0 0 0 0,0 0 0 0 0,0 1 0 0 0,1-1 0 0 0,-1 0 0 0 0,0 0 0 0 0,0 0 0 0 0,0 1 1 0 0,0-1-1 0 0,0 0 0 0 0,0 0 0 0 0,0 0 0 0 0,0 1 0 0 0,0-1 0 0 0,0 0 0 0 0,0 0 0 0 0,1 0 0 0 0,-1 0 0 0 0,0 1 0 0 0,0-1 0 0 0,0 0 1 0 0,4 5-14 0 0,1 0 1 0 0,-1 0-1 0 0,1 0 1 0 0,0-1 0 0 0,0 0-1 0 0,8 5 1 0 0,-5-3-20 0 0,-1-1-1 0 0,11 11 1 0 0,-4 2-26 0 0,-1 0 0 0 0,-1 1 0 0 0,0 0 0 0 0,-1 1 0 0 0,-2 0 1 0 0,12 33-1 0 0,-11-22 2 0 0,-3 0 0 0 0,0 0 1 0 0,-2 1-1 0 0,1 32 0 0 0,-6-48 11 0 0,-1 0 0 0 0,0 0 0 0 0,-2 0 0 0 0,1 0 0 0 0,-7 18 0 0 0,2-4 0 0 0,-73 258 0 0 0,79-282 0 0 0,-5 13 57 0 0,-1 1 0 0 0,0-1-1 0 0,-2-1 1 0 0,0 1 0 0 0,0-1 0 0 0,-2-1-1 0 0,-1 0 1 0 0,0-1 0 0 0,-1 0-1 0 0,-24 24 1 0 0,22-27 243 0 0,-1 0 0 0 0,-29 17 0 0 0,3-10-995 0 0,31-16-962 0 0,0-1 0 0 0,-13 3 0 0 0,2-2-4305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4:51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1 287 0 0,'0'0'0'0'0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4:51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1 287 0 0,'0'0'0'0'0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4:52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10 599 0 0,'1'-8'13844'0'0,"-4"7"-14844"0"0,1 1 407 0 0,4 0 549 0 0,5 3 36 0 0,-1-2-1 0 0,1 1 1 0 0,0-1 0 0 0,0 0-1 0 0,0-1 1 0 0,0 1 0 0 0,14-2-1 0 0,-3 0-5 0 0,27 1-25 0 0,142 4-173 0 0,-165-4 200 0 0,20 0 13 0 0,-33 2-13 0 0,-8-2-106 0 0,-7 9-1870 0 0,1-2-1806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4:53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52 775 0 0,'-2'-12'466'0'0,"0"-4"2530"0"0,0-3 7996 0 0,2 19-10953 0 0,0 0 1 0 0,0 0 0 0 0,0 0 0 0 0,0 0 0 0 0,0 0-1 0 0,0 0 1 0 0,0 0 0 0 0,0-1 0 0 0,0 1 0 0 0,0 0-1 0 0,0 0 1 0 0,0 0 0 0 0,0 0 0 0 0,0 0 0 0 0,0 0-1 0 0,0-1 1 0 0,0 1 0 0 0,0 0 0 0 0,0 0 0 0 0,0 0-1 0 0,0 0 1 0 0,0 0 0 0 0,0 0 0 0 0,0-1 0 0 0,0 1-1 0 0,0 0 1 0 0,0 0 0 0 0,0 0 0 0 0,0 0 0 0 0,1 0-1 0 0,-1 0 1 0 0,0 0 0 0 0,0 0 0 0 0,0 0 0 0 0,0-1-1 0 0,0 1 1 0 0,0 0 0 0 0,0 0 0 0 0,0 0 0 0 0,1 0-1 0 0,-1 0 1 0 0,0 0 0 0 0,0 0 0 0 0,0 0 0 0 0,0 0-1 0 0,0 0 1 0 0,0 0 0 0 0,0 0 0 0 0,1 0 0 0 0,-1 0-1 0 0,0 0 1 0 0,0 0 0 0 0,0 0 0 0 0,0 0 0 0 0,0 0-1 0 0,0 0 1 0 0,1 0 0 0 0,-1 0 0 0 0,0 0 0 0 0,0 0-1 0 0,0 0 1 0 0,0 0 0 0 0,0 0 0 0 0,0 0 0 0 0,0 0-1 0 0,1 1 1 0 0,8 10 544 0 0,8 20-648 0 0,-10-5 108 0 0,-1 0 0 0 0,-2 0 0 0 0,3 40 0 0 0,-2-5-4 0 0,1 36-112 0 0,-6-89 62 0 0,0-6-50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4:54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10 1583 0 0,'0'0'68'0'0,"-2"-1"2"0"0,-4 0-1 0 0,4 1 214 0 0,-4-1 426 0 0,-15 0 6994 0 0,19 1-7759 0 0,0-1-203 0 0,-6-2 259 0 0,-1 1 55 0 0,-1 2 17 0 0,0 0 3225 0 0,10 0-3085 0 0,-1 0 0 0 0,1 0-1 0 0,-1 0 1 0 0,0 0 0 0 0,1 1 0 0 0,-1-1 0 0 0,1 0-1 0 0,-1 0 1 0 0,1 0 0 0 0,-1 1 0 0 0,1-1 0 0 0,-1 0 0 0 0,1 0-1 0 0,-1 1 1 0 0,1-1 0 0 0,-1 0 0 0 0,1 1 0 0 0,-1-1-1 0 0,1 1 1 0 0,0-1 0 0 0,-1 1 0 0 0,1-1 0 0 0,0 1 0 0 0,-1 0-1 0 0,0 0-114 0 0,1 1-1 0 0,-1 0 0 0 0,0 0 0 0 0,1 0 0 0 0,0-1 1 0 0,-1 1-1 0 0,1 0 0 0 0,0 2 0 0 0,0 1-174 0 0,0 1-1 0 0,1-1 1 0 0,-1 1 0 0 0,4 8-1 0 0,10 40 94 0 0,12 32-18 0 0,29 70 3 0 0,-37-107 0 0 0,-7-8 0 0 0,-11-41 0 0 0,0 0 0 0 0,0 0 0 0 0,0 0 1 0 0,0 0-1 0 0,0-1 0 0 0,0 1 0 0 0,0 0 0 0 0,0 0 0 0 0,0 0 0 0 0,0 0 0 0 0,0 0 0 0 0,0 0 0 0 0,0 0 0 0 0,0 0 0 0 0,0 0 1 0 0,0 0-1 0 0,0 0 0 0 0,0 0 0 0 0,0 0 0 0 0,0 0 0 0 0,0 0 0 0 0,0 0 0 0 0,0 0 0 0 0,0 0 0 0 0,0 0 0 0 0,0 0 0 0 0,0 0 1 0 0,1-1-1 0 0,-1 1 0 0 0,0 0 0 0 0,0 0 0 0 0,0 0 0 0 0,0 0 0 0 0,0 0 0 0 0,0 0 0 0 0,0 0 0 0 0,0 0 0 0 0,0 0 0 0 0,0 0 1 0 0,0 0-1 0 0,0 0 0 0 0,0 0 0 0 0,0 0 0 0 0,0 0 0 0 0,0 0 0 0 0,1 1 0 0 0,-1-1 0 0 0,0 0 0 0 0,0 0 0 0 0,0 0 0 0 0,0 0 1 0 0,0 0-1 0 0,0 0 0 0 0,0 0 0 0 0,0 0 0 0 0,0 0 0 0 0,0 0 0 0 0,0 0 0 0 0,0 0 0 0 0,0 0 0 0 0,0 0 0 0 0,0 0 0 0 0,0 0 1 0 0,4-9 12 0 0,3-12 22 0 0,-1-16 7 0 0,-3 19 17 0 0,1 0 0 0 0,1-1 0 0 0,6-17 0 0 0,-9 31-54 0 0,0 1 2 0 0,-1 0 0 0 0,1 0 0 0 0,0 0 0 0 0,0 0 0 0 0,0 0 1 0 0,1 0-1 0 0,0 1 0 0 0,-1-1 0 0 0,5-3 0 0 0,1-2-7 0 0,-6 6 0 0 0,0 1 0 0 0,0-1 0 0 0,0 1 0 0 0,0 0 0 0 0,0 0 0 0 0,1 0 0 0 0,-1 0 0 0 0,1 0 0 0 0,-1 0 0 0 0,1 1 0 0 0,0-1 0 0 0,0 1 0 0 0,0 0 0 0 0,0 0 0 0 0,0 0 0 0 0,5-1 0 0 0,-5 1 0 0 0,13-2 0 0 0,-13 2 0 0 0,0 1-1 0 0,0 0 0 0 0,1 0 0 0 0,-1 0 1 0 0,0 0-1 0 0,0 0 0 0 0,0 0 1 0 0,0 1-1 0 0,1 0 0 0 0,-1 0 0 0 0,0-1 1 0 0,0 2-1 0 0,0-1 0 0 0,-1 0 1 0 0,1 1-1 0 0,4 2 0 0 0,-1 3-7 0 0,-1 1 0 0 0,1 0 0 0 0,-1 1 1 0 0,-1 0-1 0 0,0-1 0 0 0,6 19 0 0 0,-2-7 3 0 0,4 7 5 0 0,-2 1 0 0 0,-1 0 0 0 0,-1 0 0 0 0,6 45 0 0 0,-5-43-70 0 0,-9-29-22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4:54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0 143 0 0,'0'0'17960'0'0,"0"3"-17612"0"0,2 30-44 0 0,7 39-1 0 0,-2-23-290 0 0,3 6-13 0 0,1-7 0 0 0,-9-39 0 0 0,1-2-10 0 0,-2-6-49 0 0,1 3 243 0 0,-2-1-1073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4:54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 3367 0 0,'0'0'151'0'0,"-2"0"-4"0"0,-17 0 5702 0 0,18 0-5702 0 0,1 0 0 0 0,0 0 0 0 0,-1-1 0 0 0,1 1 1 0 0,-1 0-1 0 0,1 0 0 0 0,0 0 0 0 0,-1 0 0 0 0,1 0 0 0 0,-1 0 0 0 0,1 0 0 0 0,-1 0 0 0 0,1 0 1 0 0,0 0-1 0 0,-1 0 0 0 0,1 0 0 0 0,-1 0 0 0 0,1 0 0 0 0,-1 0 0 0 0,1 0 0 0 0,0 1 0 0 0,-1-1 1 0 0,0 0-1 0 0,-2 10-4833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4:55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13 2271 0 0,'0'0'3542'0'0,"-5"-9"2188"0"0,4 8-5620 0 0,-1 1-1 0 0,1-1 0 0 0,-1 1 1 0 0,1-1-1 0 0,0 1 0 0 0,-1 0 1 0 0,1 0-1 0 0,-1-1 0 0 0,1 1 1 0 0,-1 0-1 0 0,1 0 0 0 0,-1 0 1 0 0,1 1-1 0 0,-1-1 0 0 0,1 0 1 0 0,-1 0-1 0 0,1 1 0 0 0,-1-1 1 0 0,1 1-1 0 0,0 0 1 0 0,-1-1-1 0 0,1 1 0 0 0,0 0 1 0 0,-1 0-1 0 0,1-1 0 0 0,0 1 1 0 0,-1 2-1 0 0,-5 2-145 0 0,1 0 1 0 0,0 0 0 0 0,-9 13-1 0 0,1-5 37 0 0,10-10-3 0 0,0 0 0 0 0,1 0 0 0 0,-1 1 0 0 0,1-1 0 0 0,-5 7 1 0 0,8-10-1 0 0,-1 1 0 0 0,1-1 0 0 0,0 0 1 0 0,0 1-1 0 0,-1-1 0 0 0,1 1 0 0 0,0-1 1 0 0,0 0-1 0 0,0 1 0 0 0,0-1 0 0 0,0 1 1 0 0,-1-1-1 0 0,1 1 0 0 0,0-1 1 0 0,0 0-1 0 0,0 1 0 0 0,0-1 0 0 0,0 1 1 0 0,0-1-1 0 0,0 1 0 0 0,0-1 0 0 0,1 0 1 0 0,-1 1-1 0 0,0-1 0 0 0,0 1 0 0 0,0-1 1 0 0,0 0-1 0 0,0 1 0 0 0,1 0 0 0 0,0 0-7 0 0,0 0-1 0 0,0 0 0 0 0,0 0 0 0 0,0 0 1 0 0,0-1-1 0 0,0 1 0 0 0,1 0 0 0 0,-1 0 1 0 0,2 0-1 0 0,32 9-147 0 0,-32-10 154 0 0,31 5-25 0 0,11 2-16 0 0,-37-5 33 0 0,-1 1-1 0 0,1 0 1 0 0,0 0-1 0 0,-1 1 1 0 0,1 0-1 0 0,-1 0 0 0 0,0 0 1 0 0,12 11-1 0 0,-16-12 7 0 0,0 0 0 0 0,0 0 0 0 0,0 0-1 0 0,-1 0 1 0 0,1 0 0 0 0,-1 1 0 0 0,0-1 0 0 0,0 1-1 0 0,0 0 1 0 0,-1-1 0 0 0,1 1 0 0 0,-1 0 0 0 0,0 0-1 0 0,0 0 1 0 0,0 0 0 0 0,-1 0 0 0 0,1 0 0 0 0,-1 0-1 0 0,0 8 1 0 0,-1-7 6 0 0,1 0-1 0 0,-1 0 0 0 0,0 0 1 0 0,0 0-1 0 0,-1 0 0 0 0,0 0 1 0 0,-2 5-1 0 0,3-7 10 0 0,-1-1-1 0 0,0 1 1 0 0,0-1 0 0 0,0 1 0 0 0,0-1-1 0 0,0 0 1 0 0,0 0 0 0 0,-1 0-1 0 0,1 0 1 0 0,-1 0 0 0 0,1-1 0 0 0,-1 1-1 0 0,-4 1 1 0 0,-16 8 479 0 0,0-1 0 0 0,-1-1 0 0 0,-1-2 0 0 0,1 0 0 0 0,-34 4 1 0 0,49-10-416 0 0,0 1-568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4:56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1 975 0 0,'20'0'10455'0'0,"-13"6"-4618"0"0,-6-4-5391 0 0,1 1-1 0 0,-1-1 1 0 0,1 1-1 0 0,-1-1 1 0 0,0 1-1 0 0,1 3 1 0 0,0 1-614 0 0,0 1 0 0 0,-1-1 0 0 0,1 1 0 0 0,-1 8 0 0 0,-1 7 170 0 0,0-1 0 0 0,2 0 0 0 0,1 0-1 0 0,1 0 1 0 0,0 0 0 0 0,12 29 0 0 0,-14-40 96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4:56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3079 0 0,'0'0'10696'0'0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4:56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42 599 0 0,'-4'-14'255'0'0,"3"11"530"0"0,0 1-1 0 0,0 0 1 0 0,0-1 0 0 0,0 1-1 0 0,-1 0 1 0 0,1-1 0 0 0,-5-3 1659 0 0,-5 2-493 0 0,6 4-1882 0 0,0 0 1 0 0,1 1-1 0 0,-1 0 1 0 0,1 0-1 0 0,-1 0 1 0 0,1 0-1 0 0,-1 1 1 0 0,1-1-1 0 0,0 1 1 0 0,0 0-1 0 0,0 1 1 0 0,0-1-1 0 0,0 1 1 0 0,0-1-1 0 0,1 1 1 0 0,-1 0-1 0 0,-5 7 1 0 0,5-5-79 0 0,0 0-1 0 0,1 1 1 0 0,0-1 0 0 0,0 1 0 0 0,0-1 0 0 0,0 1 0 0 0,1 0-1 0 0,0 0 1 0 0,0 0 0 0 0,1 0 0 0 0,0 0 0 0 0,0 1 0 0 0,0-1-1 0 0,0 9 1 0 0,2-14 3 0 0,-1 0 0 0 0,0 0 0 0 0,0-1 0 0 0,0 1 0 0 0,1 0-1 0 0,-1 0 1 0 0,1 0 0 0 0,-1 0 0 0 0,0-1 0 0 0,1 1 0 0 0,-1 0 0 0 0,1 0-1 0 0,0-1 1 0 0,-1 1 0 0 0,1 0 0 0 0,-1-1 0 0 0,1 1 0 0 0,0-1-1 0 0,0 1 1 0 0,1 0 0 0 0,18 8-77 0 0,-17-7 55 0 0,32 11 16 0 0,-20-7-39 0 0,0 0 0 0 0,16 9 0 0 0,-26-12 38 0 0,0 0 0 0 0,0 1 0 0 0,0-1 0 0 0,0 1 0 0 0,-1 0 0 0 0,0 1 0 0 0,0-1 0 0 0,0 1-1 0 0,4 7 1 0 0,-6-9 12 0 0,0 0-2 0 0,0-1-1 0 0,-1 1 0 0 0,1-1 1 0 0,-1 1-1 0 0,0-1 1 0 0,0 1-1 0 0,0 0 1 0 0,0 0-1 0 0,0 0 1 0 0,-1-1-1 0 0,0 1 1 0 0,1 0-1 0 0,-1 0 1 0 0,0 0-1 0 0,0 0 0 0 0,0 0 1 0 0,-1 0-1 0 0,1-1 1 0 0,-2 5-1 0 0,-5 12 58 0 0,7-17-48 0 0,-1 0 0 0 0,1-1 0 0 0,-1 1-1 0 0,0 0 1 0 0,0-1 0 0 0,1 1 0 0 0,-1 0 0 0 0,-1-1 0 0 0,1 1 0 0 0,0-1 0 0 0,0 0 0 0 0,0 1 0 0 0,-1-1 0 0 0,1 0 0 0 0,-1 0 0 0 0,1 0 0 0 0,-3 2 0 0 0,-2 0 15 0 0,2 0-1 0 0,-1-1 0 0 0,1 1 0 0 0,-1-1 0 0 0,1 0 0 0 0,-1-1 0 0 0,0 1 0 0 0,0-1 0 0 0,1 0 0 0 0,-10 1 0 0 0,-22 5 90 0 0,3-4-87 0 0,33-3-59 0 0,-1 0 0 0 0,1 0-1 0 0,-1 0 1 0 0,1-1 0 0 0,0 1 0 0 0,-1 0-1 0 0,1 0 1 0 0,0 0 0 0 0,-1-1 0 0 0,1 1-1 0 0,0 0 1 0 0,0-1 0 0 0,-1 1 0 0 0,1 0-1 0 0,0 0 1 0 0,0-1 0 0 0,-1 1 0 0 0,1 0-1 0 0,0-1 1 0 0,0 1 0 0 0,0-1 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4:57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32 1583 0 0,'0'0'156'0'0,"0"-2"86"0"0,-4-27 11376 0 0,4 30-11378 0 0,-3 7-129 0 0,1-1-1 0 0,1 0 0 0 0,-1 0 0 0 0,1 1 1 0 0,0-1-1 0 0,1 1 0 0 0,0 8 0 0 0,7 56 57 0 0,-4-47-160 0 0,6 37-6 0 0,4 50-66 0 0,-3 46-19 0 0,-9-131 40 0 0,2 0 0 0 0,1 0-1 0 0,13 47 1 0 0,-8-57 33 0 0,-7-11-6 0 0,-2-4-64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4:58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1583 0 0,'0'0'3170'0'0,"1"2"-2636"0"0,4 9 105 0 0,-1 0 0 0 0,0 0 0 0 0,-1 1 0 0 0,0-1 0 0 0,-1 1-1 0 0,0 0 1 0 0,0 22 0 0 0,-1-13-312 0 0,6 32 1 0 0,0-3-86 0 0,20 161-391 0 0,-19-171 49 0 0,-3 0 0 0 0,2 63 0 0 0,6-120 253 0 0,24-45 85 0 0,3-5 473 0 0,-34 58-482 0 0,1 0 1 0 0,1 0-1 0 0,-1 1 1 0 0,16-14-1 0 0,-20 20-89 0 0,4-1-101 0 0,10 0 9 0 0,-10 6-109 0 0,-4-1 63 0 0,1 1-11 0 0,1 1-1 0 0,-1-1 1 0 0,0 1 0 0 0,0 0-1 0 0,0 0 1 0 0,-1 1-1 0 0,5 6 1 0 0,-6-8 20 0 0,20 26-21 0 0,6 7 35 0 0,10 15-48 0 0,-34-44 18 0 0,0-1 1 0 0,1 0-1 0 0,-1 0 0 0 0,2-1 0 0 0,-1 1 0 0 0,0-1 0 0 0,1 0 0 0 0,9 6 0 0 0,-12-10 6 0 0,-1 1-1 0 0,1-1 1 0 0,0 1-1 0 0,0-1 1 0 0,0 0-1 0 0,0 0 1 0 0,0-1-1 0 0,0 1 1 0 0,0-1-1 0 0,0 1 1 0 0,0-1-1 0 0,0 0 1 0 0,1 0-1 0 0,-1 0 1 0 0,0-1-1 0 0,0 1 1 0 0,0-1-1 0 0,0 0 1 0 0,0 0-1 0 0,0 0 1 0 0,0 0-1 0 0,0 0 1 0 0,3-2-1 0 0,5-5 101 0 0,-1 0 0 0 0,0-1 0 0 0,0 0 0 0 0,-1 0 0 0 0,0-1 0 0 0,0 0 0 0 0,12-20 0 0 0,-16 21 88 0 0,0 0 0 0 0,-1-1 0 0 0,0 0 0 0 0,-1 1-1 0 0,0-1 1 0 0,-1 0 0 0 0,0-1 0 0 0,0 1 0 0 0,-1 0-1 0 0,0-1 1 0 0,-1 1 0 0 0,-1-12 0 0 0,1 19-160 0 0,0 0 0 0 0,-1 0 0 0 0,0 1 0 0 0,1-1 0 0 0,-1 0 0 0 0,0 1 0 0 0,0-1 0 0 0,-1 0-1 0 0,1 1 1 0 0,0 0 0 0 0,-1-1 0 0 0,1 1 0 0 0,-1 0 0 0 0,-4-5 0 0 0,2 4-1 0 0,-1-1 0 0 0,1 1 0 0 0,-1-1 0 0 0,0 1 0 0 0,0 1 1 0 0,-6-4-1 0 0,3 4-18 0 0,7 2-10 0 0,1 0 0 0 0,-1 0 0 0 0,0-1 0 0 0,1 1 0 0 0,-1 0 0 0 0,1 0 0 0 0,-1 0 0 0 0,1 0 0 0 0,-1 0 0 0 0,0 0 0 0 0,1 0 0 0 0,-1 0 0 0 0,1 0 0 0 0,-1 1 0 0 0,0-1 0 0 0,1 0 0 0 0,-1 0 0 0 0,1 0 0 0 0,-1 1 0 0 0,1-1 0 0 0,-1 0 0 0 0,1 1 0 0 0,-1-1 0 0 0,1 0 0 0 0,-1 1 0 0 0,1-1 0 0 0,-1 0 0 0 0,1 1 0 0 0,-1 1 0 0 0,-1-2-2 0 0,1 1 0 0 0,0 0 1 0 0,0-1-1 0 0,0 1 0 0 0,-1 0 0 0 0,1 0 0 0 0,0 0 0 0 0,0 0 0 0 0,0 0 0 0 0,1 0 0 0 0,-1 0 0 0 0,0 1 1 0 0,0-1-1 0 0,0 0 0 0 0,1 0 0 0 0,-1 1 0 0 0,1-1 0 0 0,-1 0 0 0 0,0 3 0 0 0,0 2-20 0 0,-3 2 11 0 0,0 0-1 0 0,1 1 0 0 0,0 0 1 0 0,1-1-1 0 0,0 1 1 0 0,0 0-1 0 0,1 0 0 0 0,0 0 1 0 0,1 0-1 0 0,0 0 0 0 0,0 1 1 0 0,3 17-1 0 0,-2-22 7 0 0,1-1 0 0 0,-1 1-1 0 0,1 0 1 0 0,-1 0 0 0 0,1 0-1 0 0,1-1 1 0 0,-1 1 0 0 0,1-1-1 0 0,0 0 1 0 0,0 0 0 0 0,0 0-1 0 0,0 0 1 0 0,1 0 0 0 0,-1-1-1 0 0,1 1 1 0 0,0-1 0 0 0,0 0-1 0 0,0 0 1 0 0,1 0 0 0 0,-1-1 0 0 0,1 0-1 0 0,-1 0 1 0 0,1 0 0 0 0,7 2-1 0 0,12 1 14 0 0,0-1 0 0 0,0 0 0 0 0,30-1 0 0 0,73-5 24 0 0,-98 0 132 0 0,42-7-1 0 0,-70 8 984 0 0,-2 0-1185 0 0,-7-7-760 0 0,-2 0-3466 0 0,0 0-1406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4:59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2527 0 0,'0'0'1984'0'0,"1"2"-1766"0"0,1 0-128 0 0,0 0 0 0 0,0 0 0 0 0,0 0 0 0 0,0 0 0 0 0,0 0 0 0 0,1-1 0 0 0,-1 1 0 0 0,0-1 0 0 0,1 1 0 0 0,-1-1 0 0 0,1 0-1 0 0,0 0 1 0 0,-1 0 0 0 0,1 0 0 0 0,0-1 0 0 0,0 1 0 0 0,-1-1 0 0 0,1 1 0 0 0,5-1 0 0 0,9 0 290 0 0,0 0-1 0 0,20-4 0 0 0,-17 2-219 0 0,43-2 249 0 0,93-11 19 0 0,-116 7-428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00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67 1351 0 0,'0'0'8416'0'0,"9"-7"-7248"0"0,-2 3-352 0 0,-6 3-684 0 0,0 1 0 0 0,0-1 0 0 0,0 1 0 0 0,0-1 1 0 0,0 0-1 0 0,0 0 0 0 0,0 1 0 0 0,0-1 0 0 0,0 0 1 0 0,0 0-1 0 0,-1 0 0 0 0,1 0 0 0 0,0 0 0 0 0,-1 0 1 0 0,1 0-1 0 0,-1 0 0 0 0,1 0 0 0 0,-1 0 0 0 0,1 0 0 0 0,-1 0 1 0 0,0 0-1 0 0,1-1 0 0 0,-1-1 0 0 0,0 2-25 0 0,0 0 0 0 0,0 0-1 0 0,0 0 1 0 0,0 0 0 0 0,-1 0-1 0 0,1 0 1 0 0,0 0 0 0 0,-1 0 0 0 0,1 0-1 0 0,0 0 1 0 0,-1 0 0 0 0,1 0-1 0 0,-1 0 1 0 0,0 0 0 0 0,1 0-1 0 0,-1 1 1 0 0,0-1 0 0 0,1 0-1 0 0,-1 0 1 0 0,-1 0 0 0 0,0 0-40 0 0,0-1 1 0 0,0 1-1 0 0,0 0 1 0 0,-1 0-1 0 0,1 0 1 0 0,0 1-1 0 0,-1-1 0 0 0,-3 0 1 0 0,0 0-79 0 0,-1 0-1 0 0,1 1 1 0 0,-1 0 0 0 0,1 0 0 0 0,-13 3-1 0 0,12-2 6 0 0,0 1-1 0 0,-1 1 1 0 0,2 0 0 0 0,-1 0-1 0 0,0 0 1 0 0,1 0 0 0 0,-1 1-1 0 0,1 0 1 0 0,0 1 0 0 0,0-1-1 0 0,1 1 1 0 0,-1 1 0 0 0,1-1-1 0 0,0 0 1 0 0,1 1-1 0 0,-1 0 1 0 0,1 0 0 0 0,0 1-1 0 0,1-1 1 0 0,-1 1 0 0 0,-2 9-1 0 0,3-9 1 0 0,1 1-1 0 0,0-1 0 0 0,0 1 1 0 0,1 0-1 0 0,0-1 0 0 0,0 1 1 0 0,1 0-1 0 0,0 0 0 0 0,1 0 1 0 0,-1-1-1 0 0,1 1 0 0 0,1 0 1 0 0,-1-1-1 0 0,1 1 0 0 0,1-1 1 0 0,0 1-1 0 0,0-1 0 0 0,0 0 1 0 0,1 0-1 0 0,4 6 0 0 0,-6-10 5 0 0,1 2-10 0 0,1 0 0 0 0,-1-1-1 0 0,1 0 1 0 0,4 4-1 0 0,-8-7 12 0 0,1-1 0 0 0,-1 1-1 0 0,0-1 1 0 0,1 1 0 0 0,-1-1-1 0 0,1 1 1 0 0,-1-1 0 0 0,1 1-1 0 0,0-1 1 0 0,-1 0 0 0 0,1 1-1 0 0,-1-1 1 0 0,1 0 0 0 0,0 1 0 0 0,-1-1-1 0 0,1 0 1 0 0,-1 0 0 0 0,1 0-1 0 0,0 0 1 0 0,-1 1 0 0 0,1-1-1 0 0,0 0 1 0 0,-1 0 0 0 0,1 0-1 0 0,0 0 1 0 0,0-1 0 0 0,2 1-17 0 0,3 1 26 0 0,1-1 0 0 0,-1 0-1 0 0,0 0 1 0 0,0 0 0 0 0,0-1 0 0 0,0 0 0 0 0,1 0-1 0 0,-1 0 1 0 0,0-1 0 0 0,-1 0 0 0 0,1 0 0 0 0,0 0 0 0 0,0-1-1 0 0,-1 0 1 0 0,0 0 0 0 0,1 0 0 0 0,-1-1 0 0 0,-1 0 0 0 0,1 0-1 0 0,0 0 1 0 0,-1 0 0 0 0,0-1 0 0 0,0 0 0 0 0,0 0-1 0 0,-1 0 1 0 0,1 0 0 0 0,-1 0 0 0 0,0-1 0 0 0,3-9 0 0 0,14-74 388 0 0,-15 66 10 0 0,-5 21-315 0 0,0 0-32 0 0,3-1-50 0 0,1 7-6 0 0,2 7-17 0 0,21 55-99 0 0,-18-41 65 0 0,1 0 0 0 0,22 37 0 0 0,-29-56 34 0 0,-2-5-78 0 0,-1 0 0 0 0,1 1 0 0 0,0-1 0 0 0,-1 0 0 0 0,1 1-1 0 0,0-1 1 0 0,0 0 0 0 0,0 0 0 0 0,0 0 0 0 0,0 0 0 0 0,0 0 0 0 0,0 0 0 0 0,0 0 0 0 0,0 0-1 0 0,0 0 1 0 0,0-1 0 0 0,1 1 0 0 0,-1 0 0 0 0,0-1 0 0 0,1 1 0 0 0,-1-1 0 0 0,1 1-1 0 0,-1-1 1 0 0,0 0 0 0 0,1 0 0 0 0,-1 1 0 0 0,1-1 0 0 0,-1 0 0 0 0,3 0 0 0 0,5-2-5542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00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13 2039 0 0,'0'0'92'0'0,"-13"-11"1738"0"0,11 11-1497 0 0,0-1-1 0 0,-1 1 1 0 0,1-1 0 0 0,-1 1 0 0 0,1 0 0 0 0,0 0 0 0 0,-1 0 0 0 0,1 0-1 0 0,-1 1 1 0 0,1-1 0 0 0,-4 2 0 0 0,-31 10 4097 0 0,16-5-2406 0 0,15-4-1916 0 0,-1 0 0 0 0,0 0 0 0 0,1 0 0 0 0,0 1 1 0 0,0 0-1 0 0,0 0 0 0 0,0 0 0 0 0,1 1 0 0 0,-1 0 0 0 0,1 0 1 0 0,0 1-1 0 0,1-1 0 0 0,-1 1 0 0 0,1 0 0 0 0,0 0 1 0 0,1 0-1 0 0,-1 1 0 0 0,1 0 0 0 0,-2 8 0 0 0,2-8-131 0 0,1 1-1 0 0,0-1 0 0 0,0 1 0 0 0,1-1 1 0 0,0 1-1 0 0,0 0 0 0 0,1 0 1 0 0,0-1-1 0 0,1 1 0 0 0,-1 0 1 0 0,2-1-1 0 0,-1 1 0 0 0,1-1 0 0 0,0 1 1 0 0,0-1-1 0 0,1 1 0 0 0,0-1 1 0 0,4 8-1 0 0,-3-11 17 0 0,-1 1 0 0 0,1 0 0 0 0,0-1 0 0 0,0 1 0 0 0,1-1 1 0 0,-1 0-1 0 0,1-1 0 0 0,0 1 0 0 0,0-1 0 0 0,0 0 0 0 0,0 0 0 0 0,1 0 0 0 0,-1-1 0 0 0,1 0 1 0 0,0 0-1 0 0,-1 0 0 0 0,1-1 0 0 0,0 0 0 0 0,0 0 0 0 0,0 0 0 0 0,6-1 0 0 0,14 0 9 0 0,-1-1-1 0 0,0-2 1 0 0,42-9-1 0 0,-35 6 81 0 0,22-5 35 0 0,-44 11-117 0 0,-3 1-64 0 0,-6 0-266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01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 1351 0 0,'-1'0'100'0'0,"-23"3"765"0"0,14-2 6700 0 0,2 2-3273 0 0,5 0-4136 0 0,0 1 1 0 0,0 0 0 0 0,0 0 0 0 0,1 1 0 0 0,0-1 0 0 0,-1 0 0 0 0,2 1 0 0 0,-1-1-1 0 0,1 1 1 0 0,-1 0 0 0 0,1-1 0 0 0,0 8 0 0 0,-2 10-177 0 0,2 32 0 0 0,2-37 111 0 0,1 29-129 0 0,2 1 1 0 0,2-1-1 0 0,2 0 0 0 0,2 0 0 0 0,24 65 1 0 0,-26-85 0 0 0,47 156-172 0 0,-55-180 135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01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66 775 0 0,'-2'0'54'0'0,"-8"0"4780"0"0,13 0-3874 0 0,192-6 1958 0 0,-139 1-1876 0 0,84-18 1 0 0,-123 19-861 0 0,85-18 301 0 0,-83 20-489 0 0,0-1-1 0 0,0 2 1 0 0,27 2 0 0 0,-34 0-141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01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1807 0 0,'0'0'11712'0'0,"-1"2"-10932"0"0,-5 14 321 0 0,0 1-1 0 0,-5 26 1 0 0,10-36-1100 0 0,0 0 1 0 0,0 0-1 0 0,1 0 1 0 0,-1 1-1 0 0,2-1 0 0 0,-1 0 1 0 0,1 0-1 0 0,0 0 1 0 0,3 10-1 0 0,1-3 7 0 0,-2-3-15 0 0,0-1 0 0 0,1 1 0 0 0,0-1 0 0 0,11 17 0 0 0,-14-25 4 0 0,0 0 0 0 0,0-1-1 0 0,1 1 1 0 0,-1 0 0 0 0,1 0-1 0 0,-1-1 1 0 0,1 1-1 0 0,0-1 1 0 0,-1 0 0 0 0,1 1-1 0 0,0-1 1 0 0,0 0 0 0 0,0 0-1 0 0,0 0 1 0 0,0 0-1 0 0,0-1 1 0 0,0 1 0 0 0,1 0-1 0 0,-1-1 1 0 0,0 0 0 0 0,0 1-1 0 0,0-1 1 0 0,1 0-1 0 0,-1 0 1 0 0,0 0 0 0 0,0 0-1 0 0,1-1 1 0 0,-1 1 0 0 0,4-2-1 0 0,1-1 39 0 0,0 0 1 0 0,1 0-1 0 0,-1-1 0 0 0,-1 0 0 0 0,1 0 0 0 0,-1-1 0 0 0,8-6 0 0 0,4-5 357 0 0,16-20-1 0 0,-17 16-53 0 0,0-1 0 0 0,-1 0 0 0 0,24-45 0 0 0,-39 65-59 0 0,0 0-211 0 0,0 1-70 0 0,0-1 0 0 0,0 1 0 0 0,-1 0 0 0 0,1 0 0 0 0,0 0 0 0 0,0-1 0 0 0,0 1 0 0 0,0 0 0 0 0,0 0 0 0 0,-1 0 0 0 0,1 0 0 0 0,0 0 0 0 0,0 1 0 0 0,0-1 0 0 0,0 0 1 0 0,0 0-1 0 0,-1 1 0 0 0,1-1 0 0 0,0 0 0 0 0,0 1 0 0 0,0-1 0 0 0,-1 0 0 0 0,1 1 0 0 0,0-1 0 0 0,-1 1 0 0 0,1 0 0 0 0,0-1 0 0 0,-1 1 0 0 0,1 0 0 0 0,-1-1 0 0 0,1 2 0 0 0,0-1 6 0 0,6 8-22 0 0,-1 1-1 0 0,0 0 1 0 0,0 0 0 0 0,-1 0-1 0 0,4 12 1 0 0,-5-11 12 0 0,1 0 1 0 0,0-1-1 0 0,1 1 0 0 0,12 17 1 0 0,-14-24-22 0 0,-1 0 1 0 0,1-1 0 0 0,0 1 0 0 0,0-1-1 0 0,0 0 1 0 0,0 1 0 0 0,0-2 0 0 0,1 1-1 0 0,0-1 1 0 0,-1 1 0 0 0,1-1 0 0 0,0-1-1 0 0,9 3 1 0 0,-10-3-418 0 0,1 0 1 0 0,0-1-1 0 0,0 0 0 0 0,0 0 0 0 0,0 0 0 0 0,0-1 1 0 0,0 1-1 0 0,0-1 0 0 0,5-2 0 0 0,7-2-5260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5:02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269 386 1807 0 0,'0'0'346'0'0,"-1"-1"636"0"0,-7-3 310 0 0,1 0-1 0 0,-1 0 1 0 0,0 0-1 0 0,0 1 1 0 0,-9-3-1 0 0,-25-10 4292 0 0,23 8-4403 0 0,0 1 0 0 0,-1 1-1 0 0,-31-6 1 0 0,50 12-1177 0 0,0 0 1 0 0,0 0 0 0 0,0 0-1 0 0,-1 1 1 0 0,1-1 0 0 0,0 0-1 0 0,0 1 1 0 0,0-1-1 0 0,0 0 1 0 0,0 1 0 0 0,0-1-1 0 0,-1 1 1 0 0,1 0 0 0 0,0-1-1 0 0,-1 3 1 0 0,-13 10-9 0 0,12-9 2 0 0,0 0 0 0 0,0 0 1 0 0,1 0-1 0 0,-1 1 0 0 0,1-1 0 0 0,0 1 0 0 0,0-1 0 0 0,1 1 0 0 0,0 0 1 0 0,-1-1-1 0 0,1 1 0 0 0,1 0 0 0 0,-1 0 0 0 0,1 6 0 0 0,0-8-5 0 0,0 1-1 0 0,0 0 0 0 0,0-1 1 0 0,1 1-1 0 0,0 0 0 0 0,0-1 1 0 0,0 1-1 0 0,0-1 0 0 0,0 1 1 0 0,1-1-1 0 0,0 0 0 0 0,-1 1 1 0 0,1-1-1 0 0,0 0 0 0 0,1 0 1 0 0,-1 0-1 0 0,0-1 0 0 0,1 1 1 0 0,4 3-1 0 0,-4-4 1 0 0,0 0 1 0 0,0-1-1 0 0,0 1 0 0 0,0-1 0 0 0,1 1 1 0 0,-1-1-1 0 0,1 0 0 0 0,-1 0 0 0 0,1-1 0 0 0,-1 1 1 0 0,1-1-1 0 0,-1 0 0 0 0,1 1 0 0 0,0-2 1 0 0,-1 1-1 0 0,1 0 0 0 0,6-2 0 0 0,3-2 7 0 0,-1 0 0 0 0,1 0 0 0 0,15-8 0 0 0,-27 11 1 0 0,1 1 0 0 0,-1-1 0 0 0,1 0 0 0 0,0 1 0 0 0,-1-1 0 0 0,1 0 0 0 0,0 0 0 0 0,-1 0 0 0 0,1 0 0 0 0,-1 0 0 0 0,0-1 0 0 0,1 1 0 0 0,-1 0 0 0 0,2-3 0 0 0,1-1 0 0 0,1-1 0 0 0,-3 3 1 0 0,0 1 1 0 0,0-1-1 0 0,0 1 0 0 0,0 0 0 0 0,1 0 0 0 0,-1 0 0 0 0,1 0 1 0 0,4-2-1 0 0,-5 1 42 0 0,2-2-43 0 0,-3 5-5 0 0,1 0 1 0 0,-1 0 0 0 0,0 0 0 0 0,1 0 0 0 0,-1 0 0 0 0,0 0 0 0 0,0 0 0 0 0,1 0 0 0 0,-1 0 0 0 0,0 1 0 0 0,0-1 0 0 0,2 1 0 0 0,0 0-7 0 0,16 5-43 0 0,-6-2 54 0 0,0 0 0 0 0,0 0 0 0 0,1-1 0 0 0,-1-1 0 0 0,20 2 0 0 0,-25-4 0 0 0,0 0 0 0 0,0-1 0 0 0,0 0 0 0 0,0 0 0 0 0,0-1 0 0 0,0 0 0 0 0,0 0 0 0 0,0-1 0 0 0,-1 0 0 0 0,10-5 0 0 0,-11 5 1 0 0,-1-1-1 0 0,0 1 1 0 0,0-1-1 0 0,-1 0 1 0 0,1 0-1 0 0,-1 0 1 0 0,0-1-1 0 0,0 1 1 0 0,0-1-1 0 0,0 0 1 0 0,-1 0-1 0 0,0 0 1 0 0,0-1-1 0 0,0 1 1 0 0,-1-1 0 0 0,0 0-1 0 0,0 1 1 0 0,0-1-1 0 0,-1 0 1 0 0,0 0-1 0 0,0 0 1 0 0,0-10-1 0 0,0-21 15 0 0,-2-1 0 0 0,-1 1 0 0 0,-11-61 0 0 0,9 80 33 0 0,-1 1 0 0 0,-8-22 0 0 0,10 35-48 0 0,1 5 0 0 0,0 4 0 0 0,2-5 0 0 0,-4 17-13 0 0,1 0 0 0 0,0 0 0 0 0,1 0 0 0 0,2 0-1 0 0,-1 0 1 0 0,4 24 0 0 0,0-13 1 0 0,1-1 0 0 0,1 0 0 0 0,1 0 0 0 0,16 42 0 0 0,-8-31-31 0 0,-6-16 36 0 0,1 1 0 0 0,18 32 0 0 0,-20-45 7 0 0,0 1 1 0 0,1-1-1 0 0,12 14 0 0 0,-16-20-1 0 0,0 0 0 0 0,1-1-1 0 0,-1 1 1 0 0,1-1 0 0 0,0 0-1 0 0,0 0 1 0 0,0 0 0 0 0,0 0-1 0 0,10 3 1 0 0,1-4-306 0 0,-14-2 196 0 0,0 0-275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30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10 287 0 0,'0'0'7571'0'0,"0"-1"-7507"0"0,0-6-61 0 0,0 6-57 0 0,1 3 1 0 0,11 34 11 0 0,2 1 1 0 0,2-2-1 0 0,1 0 1 0 0,24 37-1 0 0,-30-55 31 0 0,-5-7 7 0 0,1 0 1 0 0,11 14 0 0 0,-11-18-40 0 0,2-2 32 0 0,4-1 11 0 0,-9-5 0 0 0,-2 1 0 0 0,8-1 0 0 0,-10 2 1 0 0,1 0-1 0 0,0 0 1 0 0,0 0-1 0 0,0-1 1 0 0,0 1-1 0 0,-1 0 1 0 0,1 0-1 0 0,0-1 1 0 0,0 1-1 0 0,-1 0 0 0 0,1-1 1 0 0,0 1-1 0 0,0-1 1 0 0,-1 1-1 0 0,1-1 1 0 0,0 1-1 0 0,-1-1 1 0 0,1-1-1 0 0,1-1 45 0 0,0 1-41 0 0,0 0 0 0 0,-1-1 0 0 0,0 1 0 0 0,0 0 1 0 0,0-1-1 0 0,0 0 0 0 0,0 1 0 0 0,0-1 0 0 0,0 1 0 0 0,-1-1 1 0 0,0 0-1 0 0,1 0 0 0 0,-1 1 0 0 0,0-1 0 0 0,0 0 0 0 0,0 0 1 0 0,-1 1-1 0 0,1-1 0 0 0,-1 0 0 0 0,-1-3 0 0 0,0-4 37 0 0,-4-29 748 0 0,-3-75 0 0 0,7 69 139 0 0,2 43-317 0 0,2 12-670 0 0,6 20 35 0 0,2-1 0 0 0,1 0 0 0 0,1-1 0 0 0,1 0 0 0 0,26 39 0 0 0,-33-56 1 0 0,1-2 0 0 0,0 1 0 0 0,0-1-1 0 0,1 0 1 0 0,1-1 0 0 0,11 10 0 0 0,7 0-115 0 0,-25-17-124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30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29 1151 0 0,'0'0'1602'0'0,"-5"-9"-418"0"0,3 7-1069 0 0,0 1 1 0 0,0-1-1 0 0,0 0 0 0 0,0 1 1 0 0,0-1-1 0 0,0 1 1 0 0,0 0-1 0 0,0-1 0 0 0,-1 1 1 0 0,1 0-1 0 0,-1 0 1 0 0,1 1-1 0 0,0-1 1 0 0,-1 0-1 0 0,1 1 0 0 0,-1 0 1 0 0,0-1-1 0 0,1 1 1 0 0,-1 0-1 0 0,1 0 0 0 0,-1 1 1 0 0,1-1-1 0 0,-1 0 1 0 0,1 1-1 0 0,-1 0 1 0 0,1-1-1 0 0,-1 1 0 0 0,1 0 1 0 0,0 0-1 0 0,-1 0 1 0 0,1 1-1 0 0,0-1 0 0 0,0 1 1 0 0,0-1-1 0 0,0 1 1 0 0,0 0-1 0 0,0-1 0 0 0,0 1 1 0 0,1 0-1 0 0,-3 3 1 0 0,2-3-111 0 0,1-2-5 0 0,1 1 0 0 0,-1-1-1 0 0,1 1 1 0 0,-1-1-1 0 0,1 0 1 0 0,0 1 0 0 0,-1 0-1 0 0,1-1 1 0 0,-1 1-1 0 0,1-1 1 0 0,0 1-1 0 0,-1-1 1 0 0,1 1 0 0 0,0 0-1 0 0,0-1 1 0 0,-1 1-1 0 0,1 0 1 0 0,0-1-1 0 0,0 1 1 0 0,0 0 0 0 0,0-1-1 0 0,0 2 1 0 0,0 1-8 0 0,0-1 1 0 0,0 0-1 0 0,0 0 1 0 0,0 1 0 0 0,1-1-1 0 0,-1 0 1 0 0,1 0-1 0 0,-1 0 1 0 0,1 1 0 0 0,0-1-1 0 0,0 0 1 0 0,0 0-1 0 0,0 0 1 0 0,0 0 0 0 0,0 0-1 0 0,1 0 1 0 0,-1-1-1 0 0,1 1 1 0 0,-1 0 0 0 0,1-1-1 0 0,-1 1 1 0 0,3 1-1 0 0,6 5-2 0 0,1-1 1 0 0,17 11-1 0 0,-24-16 8 0 0,9 6-15 0 0,0 1 1 0 0,-1 1-1 0 0,1 0 0 0 0,-2 0 0 0 0,1 1 0 0 0,-2 0 0 0 0,1 1 0 0 0,15 25 0 0 0,-24-34 11 0 0,0-1 1 0 0,-1 1-1 0 0,0 0 0 0 0,1 0 0 0 0,-1 0 0 0 0,0 0 0 0 0,-1 0 0 0 0,1 0 0 0 0,0 1 1 0 0,-1-1-1 0 0,0 0 0 0 0,0 0 0 0 0,0 0 0 0 0,0 0 0 0 0,0 1 0 0 0,-1-1 0 0 0,1 0 0 0 0,-1 0 1 0 0,0 0-1 0 0,0 0 0 0 0,0 0 0 0 0,0 0 0 0 0,0 0 0 0 0,-1 0 0 0 0,1-1 0 0 0,-1 1 1 0 0,0 0-1 0 0,0-1 0 0 0,0 1 0 0 0,0-1 0 0 0,-1 0 0 0 0,1 0 0 0 0,-5 4 0 0 0,-3 3 24 0 0,-19 13 28 0 0,21-16-46 0 0,0-3-10 0 0,6-2-52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30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0 287 0 0,'0'0'6648'0'0,"1"1"-6392"0"0,9 10-53 0 0,-2 1 0 0 0,1 0-1 0 0,-2 0 1 0 0,9 17 0 0 0,5 9-185 0 0,-17-32-53 0 0,0 0-1 0 0,-1 1 0 0 0,0-1 0 0 0,-1 1 0 0 0,1 0 1 0 0,1 9-1 0 0,4 8-195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31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1583 0 0,'0'0'634'0'0,"-2"1"-372"0"0,-12 8 233 0 0,12-8-46 0 0,1 1-237 0 0,0 0-174 0 0,-1 0 0 0 0,1 0 0 0 0,-1 1 0 0 0,1-1 0 0 0,0 0 0 0 0,0 1-1 0 0,0-1 1 0 0,1 1 0 0 0,-1-1 0 0 0,0 1 0 0 0,1-1 0 0 0,0 1 0 0 0,-1 0-1 0 0,1-1 1 0 0,0 1 0 0 0,1-1 0 0 0,-1 1 0 0 0,0 0 0 0 0,2 3 0 0 0,1 4 8 0 0,0 1 0 0 0,1-1 0 0 0,8 15 0 0 0,6 17 43 0 0,-15-32-36 0 0,0-4 13 0 0,-2-3-8 0 0,1 2-35 0 0,-1-5-20 0 0,-1 1 0 0 0,1-1 0 0 0,-1 0-1 0 0,0 0 1 0 0,1 0 0 0 0,-1 1 0 0 0,1-1 0 0 0,-1 0 0 0 0,1 0 0 0 0,-1 0-1 0 0,0 0 1 0 0,1 0 0 0 0,-1 0 0 0 0,1 0 0 0 0,-1 0 0 0 0,1 0-1 0 0,-1 0 1 0 0,1 0 0 0 0,-1 0 0 0 0,1-1 0 0 0,0 1 4 0 0,-1 0-2 0 0,1 0 0 0 0,0 0 0 0 0,-1 0 0 0 0,1 0 0 0 0,0 0 0 0 0,-1 0-1 0 0,1 0 1 0 0,0 0 0 0 0,-1 0 0 0 0,1 0 0 0 0,0-1 0 0 0,-1 1 0 0 0,1 0 0 0 0,0-1 0 0 0,-1 1 0 0 0,1 0 0 0 0,-1-1 0 0 0,1 1 0 0 0,-1-1 0 0 0,1 1 0 0 0,0-1 0 0 0,-1 1 0 0 0,0-1 0 0 0,1 1 0 0 0,0-1 0 0 0,0-1 34 0 0,8-8 465 0 0,-1 1 1 0 0,1-2-1 0 0,-2 1 1 0 0,10-18-1 0 0,0-3 188 0 0,-11 19-361 0 0,1 0-1 0 0,0 0 0 0 0,1 0 1 0 0,14-16-1 0 0,-21 27-325 0 0,0 1 0 0 0,-1-1 0 0 0,1 1-1 0 0,0 0 1 0 0,0-1 0 0 0,-1 1-1 0 0,1 0 1 0 0,0 0 0 0 0,0-1 0 0 0,-1 1-1 0 0,1 0 1 0 0,0 0 0 0 0,0 0 0 0 0,0 0-1 0 0,-1 0 1 0 0,1 0 0 0 0,0 0-1 0 0,0 0 1 0 0,0 1 0 0 0,-1-1 0 0 0,1 0-1 0 0,0 0 1 0 0,0 1 0 0 0,-1-1 0 0 0,2 1-1 0 0,16 10-28 0 0,-9 0-15 0 0,0 1 0 0 0,0-1 0 0 0,13 26 0 0 0,-12-19-27 0 0,13 17 0 0 0,-9-13 120 0 0,-11-16-774 0 0,1-1 0 0 0,-1 1 1 0 0,7 6-1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31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39 1807 0 0,'0'0'83'0'0,"-1"-2"-6"0"0,-6-23 539 0 0,7 25-325 0 0,0-1 0 0 0,0 1 0 0 0,-1-1 0 0 0,1 0 0 0 0,0 1 0 0 0,0-1 0 0 0,-1 1-1 0 0,1-1 1 0 0,0 1 0 0 0,-1-1 0 0 0,1 1 0 0 0,0-1 0 0 0,-1 1 0 0 0,1-1 0 0 0,-1 1 0 0 0,1 0-1 0 0,0-1 1 0 0,-1 1 0 0 0,1 0 0 0 0,-1-1 0 0 0,0 1 0 0 0,1 0 0 0 0,-1-1 0 0 0,1 1-1 0 0,-1 0 1 0 0,1 0 0 0 0,-2 0 0 0 0,1 0-122 0 0,-1 0 0 0 0,0 0 0 0 0,1 0 0 0 0,-1 0-1 0 0,1 0 1 0 0,-1 1 0 0 0,0-1 0 0 0,1 1 0 0 0,-1-1 0 0 0,-1 2 0 0 0,-2 0-185 0 0,0 1 1 0 0,1 0-1 0 0,0 0 1 0 0,-1 0 0 0 0,1 0-1 0 0,-4 4 1 0 0,5-2 35 0 0,-1 0-1 0 0,1 0 1 0 0,0 0-1 0 0,0 0 1 0 0,1 0-1 0 0,0 1 1 0 0,-3 8-1 0 0,-8 42-60 0 0,13-54 34 0 0,-2 8-20 0 0,3-2-53 0 0,0-7 75 0 0,0 0 0 0 0,0 0-1 0 0,0 0 1 0 0,0 0 0 0 0,0-1-1 0 0,-1 1 1 0 0,1 0 0 0 0,1-1-1 0 0,-1 1 1 0 0,0-1 0 0 0,0 1-1 0 0,0-1 1 0 0,0 1 0 0 0,0-1-1 0 0,0 0 1 0 0,1 0 0 0 0,0 1-1 0 0,4-1 6 0 0,-1 0 0 0 0,1-1 0 0 0,-1 1 0 0 0,0-1 0 0 0,1 0 0 0 0,-1-1 0 0 0,9-2 0 0 0,37-19 0 0 0,-34 15 0 0 0,-12 7-2 0 0,10-9 15 0 0,-12 8 30 0 0,2-3-21 0 0,-4 4 37 0 0,-1 3-4 0 0,-1 3-58 0 0,1 1-1 0 0,0-1 1 0 0,0 1 0 0 0,0 0 0 0 0,0-1 0 0 0,1 1 0 0 0,0-1 0 0 0,1 1-1 0 0,2 7 1 0 0,3 5-33 0 0,13 24-1 0 0,-2-5 16 0 0,116 236-43 0 0,-117-236 64 0 0,-1 0 0 0 0,-2 1 0 0 0,10 40 0 0 0,-21-69 0 0 0,-1 0 0 0 0,0 0 0 0 0,-1 0 0 0 0,1 1 0 0 0,-2-1 0 0 0,0 0 0 0 0,0 1 0 0 0,0-1 0 0 0,-4 16 0 0 0,4-23 13 0 0,-1 0 1 0 0,0 0-1 0 0,1 0 0 0 0,-1 0 0 0 0,0 0 0 0 0,0-1 0 0 0,0 1 0 0 0,0 0 1 0 0,-1-1-1 0 0,1 1 0 0 0,0 0 0 0 0,-1-1 0 0 0,1 0 0 0 0,-1 1 0 0 0,0-1 1 0 0,1 0-1 0 0,-1 0 0 0 0,-3 2 0 0 0,2-2 35 0 0,0 0 0 0 0,0 0-1 0 0,0-1 1 0 0,0 1 0 0 0,0-1 0 0 0,0 1 0 0 0,0-1-1 0 0,-1 0 1 0 0,1-1 0 0 0,0 1 0 0 0,-4-1 0 0 0,-2-1 85 0 0,0-1 0 0 0,1 0 1 0 0,-1 0-1 0 0,0-1 1 0 0,1 0-1 0 0,0 0 1 0 0,-10-7-1 0 0,13 7 47 0 0,0 0 1 0 0,0 0 0 0 0,0 0-1 0 0,0-1 1 0 0,1 0-1 0 0,-1 0 1 0 0,1 0-1 0 0,0 0 1 0 0,1 0-1 0 0,0-1 1 0 0,-1 0 0 0 0,2 0-1 0 0,-1 0 1 0 0,1 0-1 0 0,0 0 1 0 0,-3-11-1 0 0,2-3-5026 0 0,1 9-524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32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1151 0 0,'0'0'5107'0'0,"-4"7"-4390"0"0,1-2-640 0 0,1 0 0 0 0,0 0 0 0 0,0-1 0 0 0,1 1 0 0 0,-1 0 0 0 0,1 0 0 0 0,0 1 0 0 0,0-1 0 0 0,1 0 0 0 0,0 0-1 0 0,0 7 1 0 0,1 9-72 0 0,7 31 0 0 0,-2-15 14 0 0,5 31-23 0 0,3 22-173 0 0,-14-49-226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33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1 108 1151 0 0,'0'0'7111'0'0,"1"2"-7010"0"0,32 34-175 0 0,-21-23-2 0 0,0 1-1 0 0,1-2 1 0 0,27 22-1 0 0,-29-25 77 0 0,14 9 0 0 0,-19-15 12 0 0,-5-3-6 0 0,-1 0-1 0 0,0 0 0 0 0,1 0 0 0 0,-1 0 1 0 0,0-1-1 0 0,1 1 0 0 0,-1 0 1 0 0,0 0-1 0 0,1-1 0 0 0,-1 1 0 0 0,0 0 1 0 0,1 0-1 0 0,-1-1 0 0 0,0 1 1 0 0,0 0-1 0 0,1-1 0 0 0,-1 1 0 0 0,0 0 1 0 0,0-1-1 0 0,0 1 0 0 0,0 0 0 0 0,1-1 1 0 0,-1 1-1 0 0,0-1 0 0 0,4-9 3 0 0,-4 10-8 0 0,4-15 92 0 0,0-1 0 0 0,-1 0 0 0 0,-1 0-1 0 0,1-25 1 0 0,1-10 783 0 0,2 21-264 0 0,-4 22-161 0 0,0-1 0 0 0,-1 1 1 0 0,1-12-1 0 0,0 20-464 0 0,-1-1 1 0 0,1 1 0 0 0,0 0 0 0 0,-1 0 0 0 0,1 0-1 0 0,-1 0 1 0 0,1 0 0 0 0,0 0 0 0 0,2 1 0 0 0,1 1 4 0 0,0 0 1 0 0,0 1 0 0 0,-1-1 0 0 0,1 1-1 0 0,-1 0 1 0 0,0 0 0 0 0,0 0 0 0 0,0 0-1 0 0,0 1 1 0 0,0 0 0 0 0,-1 0 0 0 0,0 0-1 0 0,0 0 1 0 0,4 8 0 0 0,4 6-32 0 0,-2 0 0 0 0,9 26 0 0 0,-15-36 38 0 0,6 15-118 0 0,-1 1 0 0 0,-1 1-1 0 0,-1 0 1 0 0,-1 0-1 0 0,-2 0 1 0 0,2 31 0 0 0,-5-54-320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34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6 130 1151 0 0,'0'-1'-809'0'0,"-4"-17"3692"0"0,2 13-61 0 0,2 11-1878 0 0,3 32-309 0 0,19 164 130 0 0,-12-153-842 0 0,-12-88 197 0 0,2 14-112 0 0,2-91 294 0 0,0 38 492 0 0,-1-26 1835 0 0,1 95-2234 0 0,-2 8-298 0 0,1-1 0 0 0,-1 0 0 0 0,1 0 1 0 0,-1 0-1 0 0,0 1 0 0 0,1-1 0 0 0,-1 0 1 0 0,0 0-1 0 0,0-2 0 0 0,9-3-176 0 0,1 5 79 0 0,-6 3 0 0 0,0-1 1 0 0,-1 2-1 0 0,1-1 0 0 0,-1 0 0 0 0,0 1 0 0 0,1-1 0 0 0,-1 1 1 0 0,0 0-1 0 0,0 0 0 0 0,0 0 0 0 0,0 1 0 0 0,0-1 0 0 0,-1 1 0 0 0,1-1 1 0 0,-1 1-1 0 0,3 4 0 0 0,2 2-3 0 0,-1 0 1 0 0,-1 0-1 0 0,1 1 0 0 0,4 13 1 0 0,26 89-111 0 0,-10-23 55 0 0,-11-56 47 0 0,4 7 11 0 0,-14-32-1404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34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76 431 0 0,'0'0'1939'0'0,"1"-2"-1623"0"0,2-2-194 0 0,0 0-1 0 0,1 1 1 0 0,-1-1-1 0 0,1 1 1 0 0,0 0-1 0 0,0-1 1 0 0,0 2-1 0 0,0-1 1 0 0,7-3-1 0 0,-3 1 64 0 0,-1 1 0 0 0,11-9-1 0 0,-8 5-184 0 0,1 0 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34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1 655 0 0,'0'0'11596'0'0,"0"2"-11396"0"0,-2 13-76 0 0,1 1-1 0 0,0 0 0 0 0,1 0 1 0 0,3 16-1 0 0,12 68-168 0 0,-8-61 61 0 0,24 106-176 0 0,-29-135 160 0 0,0-2 11 0 0,-2-8-9 0 0,0 1 0 0 0,0-1 0 0 0,1 0 0 0 0,-1 0 0 0 0,0 1 0 0 0,0-1 0 0 0,1 0 0 0 0,-1 0 1 0 0,0 0-1 0 0,0 0 0 0 0,1 1 0 0 0,-1-1 0 0 0,0 0 0 0 0,1 0 0 0 0,-1 0 0 0 0,0 0 0 0 0,1 0 0 0 0,-1 0 0 0 0,0 0 0 0 0,1 0 0 0 0,-1 0 0 0 0,0 1 0 0 0,1-2 1 0 0,-1 1-1 0 0,0 0 0 0 0,1 0 0 0 0,0 0 0 0 0,9-1-10 0 0,-10 1 11 0 0,14-4 36 0 0,0 0 1 0 0,17-8-1 0 0,-17 6-41 0 0,26-7 0 0 0,-30 11-61 0 0,-5 1-3 0 0,-1 0-1 0 0,1 0 1 0 0,0 0-1 0 0,-1-1 1 0 0,1 0-1 0 0,5-3 1 0 0,-2 0-248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35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56 1807 0 0,'0'0'3944'0'0,"0"-11"2630"0"0,-1 4-6553 0 0,0 6 158 0 0,-4-28 3047 0 0,3 21-3414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36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86 775 0 0,'0'0'11408'0'0,"9"-3"-11253"0"0,100-23 524 0 0,7-3 7 0 0,-41 7-879 0 0,-55 16-6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37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1 287 0 0,'0'0'5376'0'0,"-5"7"-4453"0"0,3-5-782 0 0,0 1 0 0 0,1-1 0 0 0,-1 1 0 0 0,0 0 0 0 0,1 0 0 0 0,-1 0 0 0 0,1 0 0 0 0,-1 4 0 0 0,-8 33 773 0 0,2-6-846 0 0,-8 12-74 0 0,-48 163-191 0 0,66-209 211 0 0,-1 1 1 0 0,0 0-1 0 0,0-1 1 0 0,1 1-1 0 0,-1-1 0 0 0,0 1 1 0 0,1-1-1 0 0,-1 0 1 0 0,3 1-1 0 0,71 1 119 0 0,-50-2-93 0 0,42 6 0 0 0,-65-6-256 0 0,10 2 568 0 0,-7-2-3106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37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6 136 2039 0 0,'0'0'9806'0'0,"0"1"-9469"0"0,2 11-221 0 0,-2 0 1 0 0,0 0-1 0 0,0 0 0 0 0,-4 21 0 0 0,0 20 88 0 0,4-45-214 0 0,0-5-33 0 0,3-31 87 0 0,1-1-1 0 0,1 1 1 0 0,1 0 0 0 0,17-43 0 0 0,-18 58 44 0 0,0 0 0 0 0,1 1 0 0 0,1 0 1 0 0,0 0-1 0 0,10-13 0 0 0,-16 24 97 0 0,1 0-19 0 0,4-4-72 0 0,0 2-34 0 0,-4 3-63 0 0,-1 0-1 0 0,0 0 1 0 0,0 1-1 0 0,0-1 1 0 0,1 1-1 0 0,-1-1 1 0 0,0 1-1 0 0,0-1 1 0 0,0 1 0 0 0,0-1-1 0 0,0 1 1 0 0,0 0-1 0 0,0 0 1 0 0,0 0-1 0 0,0-1 1 0 0,-1 1-1 0 0,2 2 1 0 0,-1-2 1 0 0,19 22 2 0 0,0 1 0 0 0,-2 1 0 0 0,22 39 0 0 0,-38-59 0 0 0,16 30-13 0 0,-14-25 4 0 0,0-1 0 0 0,1 0 0 0 0,0 0 0 0 0,1 0 0 0 0,7 9 1 0 0,-1-9-280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38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1 152 599 0 0,'1'-3'75'0'0,"1"0"0"0"0,0 0-1 0 0,0 0 1 0 0,0 0 0 0 0,1 0-1 0 0,-1 0 1 0 0,1 1-1 0 0,-1-1 1 0 0,1 1 0 0 0,5-4-1 0 0,35-19 951 0 0,-37 22-853 0 0,168-78 1309 0 0,-156 73-2948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06:38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29 184 1351 0 0,'0'0'14022'0'0,"0"2"-13860"0"0,2 4-117 0 0,-1 1-38 0 0,0 0 0 0 0,-1 0 0 0 0,0 11-1 0 0,4 54-105 0 0,-2-52 73 0 0,-1-12 5 0 0,0-4-22 0 0,-1 4 43 0 0,-1-9 51 0 0,0 0-51 0 0,0 1 1 0 0,0 0-1 0 0,0 0 1 0 0,0-1 0 0 0,0 1-1 0 0,0 0 1 0 0,1-1-1 0 0,-1 1 1 0 0,0-1 0 0 0,0 1-1 0 0,1-1 1 0 0,-1 0-1 0 0,0 1 1 0 0,1-1 0 0 0,-1 0-1 0 0,1 1 1 0 0,-1-1-1 0 0,0 0 1 0 0,1 0 0 0 0,0 1-1 0 0,-1-3 1 0 0,-3-2 13 0 0,1-1 1 0 0,0 0-1 0 0,1 0 1 0 0,-1 0-1 0 0,1 0 1 0 0,0 0-1 0 0,1 0 0 0 0,0-1 1 0 0,0 1-1 0 0,0 0 1 0 0,1-1-1 0 0,0-7 1 0 0,1-11 282 0 0,9-45 0 0 0,-6 46 34 0 0,-1 8 2 0 0,1 0 0 0 0,1 0 0 0 0,13-29 0 0 0,-13 36-233 0 0,1 0-80 0 0,-6 9-20 0 0,0-1 0 0 0,1 0 0 0 0,-1 1 0 0 0,1-1 0 0 0,-1 0-1 0 0,1 1 1 0 0,-1-1 0 0 0,1 1 0 0 0,-1-1 0 0 0,1 1 0 0 0,0-1 0 0 0,-1 1-1 0 0,1-1 1 0 0,0 1 0 0 0,0-1 0 0 0,-1 1 0 0 0,1 0 0 0 0,0 0 0 0 0,0-1 0 0 0,0 1-1 0 0,-1 0 1 0 0,1 0 0 0 0,0 0 0 0 0,0 0 0 0 0,0 0 0 0 0,-1 0 0 0 0,1 0-1 0 0,0 0 1 0 0,0 0 0 0 0,0 0 0 0 0,1 1-9 0 0,0 0 4 0 0,-1-1 1 0 0,1 1-1 0 0,0 0 1 0 0,-1 0-1 0 0,1 0 1 0 0,-1 1-1 0 0,0-1 1 0 0,1 0-1 0 0,-1 1 0 0 0,0-1 1 0 0,0 0-1 0 0,0 1 1 0 0,0 0-1 0 0,0-1 1 0 0,0 1-1 0 0,1 1 1 0 0,0 3-2 0 0,0-1 0 0 0,0 0 0 0 0,0 1 1 0 0,-1-1-1 0 0,1 1 0 0 0,-1 0 1 0 0,-1-1-1 0 0,1 1 0 0 0,-1 0 0 0 0,0 0 1 0 0,0-1-1 0 0,-1 7 0 0 0,-1-2 0 0 0,0-1 0 0 0,0 0 0 0 0,-1 1 0 0 0,0-1 0 0 0,0-1-1 0 0,-8 15 1 0 0,11-23 6 0 0,0 0 0 0 0,0 1 0 0 0,-1-1 0 0 0,1 0 0 0 0,0 1 0 0 0,0-1 0 0 0,0 0 0 0 0,0 1 0 0 0,-1-1 0 0 0,1 0 0 0 0,0 1 0 0 0,0-1 0 0 0,0 1 0 0 0,0-1 0 0 0,0 0 0 0 0,0 1 0 0 0,0-1 0 0 0,0 1 0 0 0,0-1 0 0 0,0 1 0 0 0,0-1 0 0 0,0 0 0 0 0,0 1 0 0 0,1-1 0 0 0,-1 0 0 0 0,0 1 0 0 0,0 0 0 0 0,5 1 0 0 0,-5-2 0 0 0,5 2 4 0 0,0-1 0 0 0,1 1 0 0 0,-1-1 0 0 0,0 0 0 0 0,0-1 0 0 0,1 1 1 0 0,-1-1-1 0 0,0 0 0 0 0,0 0 0 0 0,1-1 0 0 0,-1 1 0 0 0,7-3 0 0 0,24-1 7 0 0,-26 4-6 0 0,0 1-1 0 0,1-1 1 0 0,-1 2 0 0 0,0-1-1 0 0,0 1 1 0 0,16 6-1 0 0,-23-7-3 0 0,-1 0 0 0 0,0 0 0 0 0,0 0 0 0 0,1 0 0 0 0,-1 0 0 0 0,0 1 0 0 0,0-1 0 0 0,0 1 0 0 0,0-1 0 0 0,-1 1 0 0 0,1 0 0 0 0,0 0-1 0 0,-1 0 1 0 0,1 0 0 0 0,-1 0 0 0 0,1 0 0 0 0,-1 0 0 0 0,0 0 0 0 0,0 1 0 0 0,0-1 0 0 0,0 0 0 0 0,-1 1 0 0 0,1-1 0 0 0,-1 1 0 0 0,1-1 0 0 0,-1 1 0 0 0,0-1 0 0 0,0 1 0 0 0,0-1-1 0 0,0 1 1 0 0,0-1 0 0 0,-1 1 0 0 0,0 2 0 0 0,-1 1 18 0 0,0 1-1 0 0,0-1 1 0 0,0 0-1 0 0,-1 0 1 0 0,0 0-1 0 0,0-1 1 0 0,-1 1-1 0 0,0-1 1 0 0,0 1-1 0 0,0-1 1 0 0,0 0-1 0 0,-1-1 1 0 0,-5 5-1 0 0,-10 7 105 0 0,0-1 1 0 0,-25 13-1 0 0,19-13-81 0 0,-30 17-1213 0 0,24-13-5049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0:50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54 367 0 0,'9'-32'1200'0'0,"-9"31"-498"0"0,5-10-148 0 0,-1 4 4254 0 0,-4 7-4708 0 0,0 0-1 0 0,0 0 0 0 0,0 0 0 0 0,0-1 0 0 0,1 1 0 0 0,-1 0 1 0 0,0 0-1 0 0,0 0 0 0 0,1-1 0 0 0,-1 1 0 0 0,0 0 0 0 0,0 0 1 0 0,1 0-1 0 0,-1 0 0 0 0,0 0 0 0 0,0 0 0 0 0,1-1 0 0 0,-1 1 1 0 0,0 0-1 0 0,0 0 0 0 0,1 0 0 0 0,-1 0 0 0 0,0 0 0 0 0,1 0 1 0 0,-1 0-1 0 0,0 0 0 0 0,0 0 0 0 0,1 0 0 0 0,-1 1 0 0 0,0-1 0 0 0,0 0 1 0 0,1 0-1 0 0,-1 0 0 0 0,0 0 0 0 0,0 0 0 0 0,1 0 0 0 0,-1 1 1 0 0,0-1-1 0 0,0 0 0 0 0,1 0 0 0 0,-1 0 0 0 0,0 0 0 0 0,0 1 1 0 0,0-1-1 0 0,1 0 0 0 0,-1 0 0 0 0,0 1 0 0 0,5 4-99 0 0,-4-3 0 0 0,1 0 0 0 0,0 0 0 0 0,-1 1 0 0 0,0-1 0 0 0,1 1 0 0 0,-1-1 0 0 0,0 1 0 0 0,0-1 0 0 0,1 5 0 0 0,4 12 0 0 0,0 1 0 0 0,-1 0 0 0 0,-1 0 0 0 0,2 24 0 0 0,-1 85 0 0 0,0-10 0 0 0,-2-74-92 0 0,1-22 32 0 0,-3-15 60 0 0,-1 0 0 0 0,1 0 11 0 0,0-7 21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0:51.4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0 599 0 0,'0'0'3494'0'0,"-1"1"-3149"0"0,1-1-298 0 0,-1 0 0 0 0,1 0 1 0 0,0 0-1 0 0,0 0 0 0 0,0 0 0 0 0,-1 0 0 0 0,1 0 1 0 0,0 1-1 0 0,0-1 0 0 0,0 0 0 0 0,0 0 0 0 0,-1 0 1 0 0,1 0-1 0 0,0 0 0 0 0,0 0 0 0 0,0 0 0 0 0,0 1 1 0 0,0-1-1 0 0,-1 0 0 0 0,1 0 0 0 0,0 0 0 0 0,0 0 1 0 0,0 0-1 0 0,0 1 0 0 0,0-1 0 0 0,0 0 0 0 0,0 0 1 0 0,0 0-1 0 0,0 1 0 0 0,0-1 0 0 0,0 0 0 0 0,0 0 0 0 0,0 0 1 0 0,0 0-1 0 0,0 1 0 0 0,0-1 0 0 0,0 0 0 0 0,0 0 1 0 0,0 0-1 0 0,0 1 0 0 0,0-1 0 0 0,0 0 0 0 0,0 0 1 0 0,0 0-1 0 0,0 0 0 0 0,0 1 0 0 0,0-1 0 0 0,13 5 883 0 0,8 0-678 0 0,-1-2 1 0 0,24 2-1 0 0,28 4 261 0 0,-32-4-510 0 0,-30-5-6 0 0,1 1 1 0 0,-1 1 0 0 0,0 0-1 0 0,0 0 1 0 0,17 7-1 0 0,-24-8-26 0 0,0 0-3 0 0,7 8 23 0 0,-7-7-34 0 0,-2 0 39 0 0,-1-2 3 0 0,1 0 1 0 0,-1 1-1 0 0,0-1 0 0 0,1 1 0 0 0,-1-1 1 0 0,1 0-1 0 0,-1 1 0 0 0,0-1 1 0 0,1 1-1 0 0,-1-1 0 0 0,0 1 0 0 0,0-1 1 0 0,1 1-1 0 0,-1 0 0 0 0,0-1 1 0 0,0 1-1 0 0,0-1 0 0 0,0 1 0 0 0,1 1 1 0 0,-2 1-46 0 0,1 5 35 0 0,-4 3 11 0 0,-2-3 0 0 0,-3 0 0 0 0,-4 1 0 0 0,7-3 0 0 0,1-2 0 0 0,0 0 0 0 0,3-3 0 0 0,1 0 0 0 0,0 0 0 0 0,-1 0 0 0 0,1 1 0 0 0,0-1 0 0 0,-1 0 0 0 0,1 1 0 0 0,0-1 0 0 0,-1 3 0 0 0,-1-1-13 0 0,-17 17-118 0 0,12-12 130 0 0,4-4 3 0 0,0-1 0 0 0,0 1 0 0 0,0-1 0 0 0,0 0 0 0 0,-7 4 0 0 0,0-1 9 0 0,1-1-1 0 0,-1 0 1 0 0,-1-1 0 0 0,-11 3-1 0 0,13-5-10 0 0,-1 1 0 0 0,1 0 0 0 0,-29 8 54 0 0,37-10-112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0:52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16 1583 0 0,'0'0'194'0'0,"-5"-7"487"0"0,-6-1 5317 0 0,11 8-5898 0 0,-3 18 5422 0 0,2-10-7206 0 0,1 5 1735 0 0,1 0 1 0 0,-1 0-1 0 0,2 0 0 0 0,0-1 1 0 0,5 21-1 0 0,4 24-114 0 0,-6 103-6 0 0,-2-17-3 0 0,-2-137 36 0 0,1 7 15 0 0,-3-12 30 0 0,-2-7 12 0 0,1 1-9 0 0,0 0-1 0 0,0-1 1 0 0,1 1 0 0 0,0-1-1 0 0,0 1 1 0 0,0 0-1 0 0,1-1 1 0 0,0 0-1 0 0,0-8 1 0 0,3-1 35 0 0,0 0 1 0 0,5-17-1 0 0,-7 29-43 0 0,4-17-7 0 0,-4 13 32 0 0,1 1-1 0 0,-1 0 1 0 0,1 0-1 0 0,0 1 1 0 0,0-1 0 0 0,1 0-1 0 0,0 1 1 0 0,0-1 0 0 0,0 1-1 0 0,0 0 1 0 0,1 0-1 0 0,0 0 1 0 0,0 0 0 0 0,7-5-1 0 0,-3 7-28 0 0,2 6 0 0 0,-4-1 6 0 0,-1 0-1 0 0,1 1 1 0 0,-1 0 0 0 0,0 0-1 0 0,0 1 1 0 0,0-1-1 0 0,-1 1 1 0 0,1 0 0 0 0,-1 0-1 0 0,0 1 1 0 0,4 5-1 0 0,1 3-5 0 0,-1 0-1 0 0,0 1 0 0 0,6 15 0 0 0,-10-19 3 0 0,0 0 0 0 0,-1 0 0 0 0,2 12 0 0 0,-3-11-26 0 0,1-1 1 0 0,0 1 0 0 0,0-1-1 0 0,1 0 1 0 0,0 0 0 0 0,7 10-1 0 0,-9-17-24 0 0,0 3 23 0 0,-1-4-44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0:52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273 72 1351 0 0,'-8'-4'195'0'0,"-39"-17"4150"0"0,46 21-3462 0 0,-2-1-524 0 0,0-1 1 0 0,0 1-1 0 0,0 0 0 0 0,0-1 1 0 0,0 0-1 0 0,-3-2 0 0 0,2 2 127 0 0,-2-3-87 0 0,-1 1-1 0 0,0 0 1 0 0,-1 1-1 0 0,-14-5 0 0 0,16 6-177 0 0,0 0-1 0 0,0 1 0 0 0,-1 0 0 0 0,1 0 1 0 0,-12 0-1 0 0,13 2-202 0 0,1 0 1 0 0,-1 0-1 0 0,1 0 1 0 0,0 0 0 0 0,-1 1-1 0 0,1-1 1 0 0,0 1-1 0 0,0 0 1 0 0,0 0-1 0 0,0 1 1 0 0,-5 3-1 0 0,6-3-32 0 0,0 0 0 0 0,1 0 0 0 0,-1 0 0 0 0,0 1 0 0 0,1-1-1 0 0,0 0 1 0 0,-1 1 0 0 0,1 0 0 0 0,1-1 0 0 0,-1 1 0 0 0,0 0 0 0 0,1 0-1 0 0,0 0 1 0 0,0 0 0 0 0,0 0 0 0 0,1 0 0 0 0,-1 0 0 0 0,1 0 0 0 0,0 1-1 0 0,0-1 1 0 0,0 0 0 0 0,2 8 0 0 0,0-1-28 0 0,1 1-1 0 0,0-1 1 0 0,0 0 0 0 0,1 0 0 0 0,0 0-1 0 0,12 20 1 0 0,-12-25-14 0 0,1 0 0 0 0,-1-1 0 0 0,1 1-1 0 0,0-1 1 0 0,0 0 0 0 0,0 0 0 0 0,1 0 0 0 0,0-1 0 0 0,10 7 0 0 0,-15-11-194 0 0,1 1-218 0 0,4 0 360 0 0,-5-1 105 0 0,0 0 0 0 0,0 0-1 0 0,-1 0 1 0 0,1 0-1 0 0,0 0 1 0 0,0 0 0 0 0,0 0-1 0 0,-1 0 1 0 0,1 0-1 0 0,0 0 1 0 0,0 0 0 0 0,-1 0-1 0 0,1 0 1 0 0,0-1 0 0 0,0 1-1 0 0,-1 0 1 0 0,1-1-1 0 0,0 1 1 0 0,-1 0 0 0 0,1-1-1 0 0,0 0 1 0 0,1-1-3 0 0,3 0 28 0 0,-3 2-11 0 0,-1-1-1 0 0,1 0 1 0 0,-1 0 0 0 0,1 1 0 0 0,-1-1 0 0 0,1 0 0 0 0,-1 0 0 0 0,1-1 0 0 0,-1 1 0 0 0,0 0 0 0 0,0 0 0 0 0,0-1 0 0 0,2-1 0 0 0,1-2 24 0 0,-1 0 1 0 0,1 0-1 0 0,-1-1 0 0 0,0 1 1 0 0,0-1-1 0 0,-1 0 0 0 0,4-9 1 0 0,8-46 793 0 0,-6 23 182 0 0,-1 2 555 0 0,-6 35-1142 0 0,1 15-420 0 0,-1 1-36 0 0,-1 29 1 0 0,-1-28-72 0 0,3 25 1 0 0,0-15 43 0 0,-1-15 51 0 0,0-1 1 0 0,0 0 0 0 0,1 0 0 0 0,0 0 0 0 0,1 0-1 0 0,0 0 1 0 0,5 11 0 0 0,-6-15-2 0 0,0-4 8 0 0,-1 0 1 0 0,0 1 0 0 0,0-1 0 0 0,1 0 0 0 0,-1 0 0 0 0,1 0 0 0 0,0 0-1 0 0,2 2 1 0 0,2 2-1 0 0,0 0 1 0 0,15 11-1 0 0,-13-12-9 0 0,-7-4-82 0 0,1-1-428 0 0,6 2-672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0:53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8 1207 0 0,'0'0'158'0'0,"-19"-6"3396"0"0,-6 4 204 0 0,22 2-3729 0 0,0 1 0 0 0,0-1 1 0 0,1 1-1 0 0,-1 0 0 0 0,0-1 1 0 0,0 1-1 0 0,0 1 0 0 0,0-1 1 0 0,1 0-1 0 0,-5 4 0 0 0,5-4-35 0 0,0 0 0 0 0,1 0 0 0 0,-1 0-1 0 0,1 1 1 0 0,0-1 0 0 0,-1 1 0 0 0,1-1-1 0 0,0 1 1 0 0,0-1 0 0 0,0 1 0 0 0,0 0-1 0 0,0 0 1 0 0,0-1 0 0 0,0 1 0 0 0,1 0-1 0 0,-1 0 1 0 0,1 0 0 0 0,-1 2 0 0 0,0 0-22 0 0,0-2 21 0 0,1 0 1 0 0,0 0-1 0 0,0 0 1 0 0,-1 0-1 0 0,1 0 1 0 0,0-1-1 0 0,0 1 1 0 0,1 0-1 0 0,-1 0 1 0 0,0 0-1 0 0,1 0 1 0 0,-1 0-1 0 0,1 0 1 0 0,-1 0-1 0 0,1-1 1 0 0,0 1 0 0 0,0 0-1 0 0,2 2 1 0 0,1 1-2 0 0,0 0 0 0 0,1-1 0 0 0,-1 1 0 0 0,9 4 1 0 0,-7-4 8 0 0,-1 0 1 0 0,11 10-1 0 0,-8-6 6 0 0,-1 1-1 0 0,-1-1 1 0 0,0 1-1 0 0,8 17 0 0 0,-12-24-4 0 0,-1 0-1 0 0,0 0 1 0 0,0 0-1 0 0,0 0 1 0 0,0 0-1 0 0,-1 1 1 0 0,1-1-1 0 0,-1 0 0 0 0,0 0 1 0 0,0 1-1 0 0,0-1 1 0 0,0 0-1 0 0,0 0 1 0 0,-1 1-1 0 0,0-1 1 0 0,1 0-1 0 0,-1 0 1 0 0,0 0-1 0 0,-1 0 0 0 0,1 0 1 0 0,-2 4-1 0 0,-1-1 5 0 0,2-2 1 0 0,0-1 1 0 0,-1 1 0 0 0,1-1-1 0 0,0 1 1 0 0,-1-1 0 0 0,0 0-1 0 0,-4 3 1 0 0,4-3 86 0 0,0-1 0 0 0,-1 0 0 0 0,1 0 0 0 0,-1 0 1 0 0,0 0-1 0 0,0-1 0 0 0,0 0 0 0 0,0 1 0 0 0,0-1 0 0 0,0-1 0 0 0,0 1 0 0 0,0-1 0 0 0,-6 1 0 0 0,5-1 384 0 0,-1 0 0 0 0,0-1 0 0 0,1 1 0 0 0,0-1-1 0 0,-1 0 1 0 0,1-1 0 0 0,-9-2 0 0 0,13 3-237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0:54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12 181 975 0 0,'0'0'474'0'0,"-2"-7"4666"0"0,6 4-4886 0 0,1 1-1 0 0,1 0 1 0 0,-1 0 0 0 0,0 0 0 0 0,0 1 0 0 0,11-2 0 0 0,4-2 771 0 0,-7 2-359 0 0,58-19 1520 0 0,-61 19-2130 0 0,0-2 0 0 0,0 1 0 0 0,0-1 0 0 0,14-10 0 0 0,-22 12-8 0 0,3-3-36 0 0,0-8 17 0 0,-6 9-8 0 0,0 3-7 0 0,1-1 6 0 0,-1 1 1 0 0,0 0-1 0 0,0-1 0 0 0,0 1 0 0 0,0 0 0 0 0,0 0 0 0 0,0 0 1 0 0,-1 0-1 0 0,1 0 0 0 0,-1 0 0 0 0,1 0 0 0 0,-1 0 0 0 0,0 0 1 0 0,0 1-1 0 0,1-1 0 0 0,-1 1 0 0 0,0-1 0 0 0,-1 1 0 0 0,1 0 1 0 0,0 0-1 0 0,-4-2 0 0 0,-5-1 78 0 0,-1 1-1 0 0,0 0 1 0 0,-16-2 0 0 0,-1-1 25 0 0,24 5-111 0 0,1 0 0 0 0,-1 1 0 0 0,0-1 1 0 0,0 1-1 0 0,1 0 0 0 0,-1 0 0 0 0,0 0 0 0 0,-7 2 1 0 0,-1 0-9 0 0,11-2-9 0 0,1-1 3 0 0,0 1 0 0 0,1 0 0 0 0,-1 0 0 0 0,0 1 0 0 0,1-1 0 0 0,-1 0 0 0 0,1 0 0 0 0,-1 0 0 0 0,0 0 0 0 0,1 0 0 0 0,-1 1 0 0 0,1-1 0 0 0,-1 0 0 0 0,1 1 0 0 0,-1-1 0 0 0,0 0 0 0 0,1 1 0 0 0,-1-1 0 0 0,1 0 0 0 0,0 1 0 0 0,-1-1 0 0 0,1 1 0 0 0,-1 0 0 0 0,-7 6-9 0 0,7-5 11 0 0,0-1 0 0 0,0 0 0 0 0,0 1 0 0 0,0-1 0 0 0,0 0 0 0 0,0 1 0 0 0,0-1 0 0 0,0 1 0 0 0,0 0 0 0 0,1-1 0 0 0,-1 1 0 0 0,1-1 0 0 0,-1 1 0 0 0,0 3 0 0 0,1 0 0 0 0,-2 1 0 0 0,1-4 0 0 0,1 1 0 0 0,-1 0 0 0 0,1-1 0 0 0,-1 1 0 0 0,1 0 0 0 0,0-1 0 0 0,1 5 0 0 0,-1 15-12 0 0,1 0 0 0 0,1 0 0 0 0,2-1 0 0 0,10 39 0 0 0,-6-36 13 0 0,-6-21 3 0 0,-1 0 0 0 0,0 0-1 0 0,0 0 1 0 0,-1 0 0 0 0,1 0-1 0 0,-1 0 1 0 0,1 0 0 0 0,-1 0-1 0 0,0 1 1 0 0,0-1-1 0 0,0 0 1 0 0,-1 0 0 0 0,0 3-1 0 0,-1 3-3 0 0,-1-1 0 0 0,1-1 11 0 0,1-5 42 0 0,-3 2 13 0 0,2-2-8 0 0,-1 4-46 0 0,7-4-12 0 0,-1-1 7 0 0,0-1 0 0 0,0 1 0 0 0,0-1 1 0 0,0 0-1 0 0,0-1 0 0 0,0 1 0 0 0,0 0 0 0 0,5-2 0 0 0,5 0 5 0 0,87-16 335 0 0,-58 9-148 0 0,4 1 112 0 0,49-11 372 0 0,-94 18-512 0 0,4 1-423 0 0,3 7 1931 0 0,-8-4-1733 0 0,-1 2-10 0 0,1-4 0 0 0,-5 4-1232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0:57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 1351 0 0,'0'0'7203'0'0,"13"-11"-5636"0"0,-13 11-1440 0 0,0 0 1 0 0,1 0-1 0 0,-1-1 0 0 0,0 1 1 0 0,1 0-1 0 0,-1 0 1 0 0,0-1-1 0 0,1 1 0 0 0,-1 0 1 0 0,1 0-1 0 0,-1 0 1 0 0,0 0-1 0 0,1 0 1 0 0,-1-1-1 0 0,1 1 0 0 0,-1 0 1 0 0,1 0-1 0 0,-1 0 1 0 0,0 0-1 0 0,1 0 1 0 0,-1 0-1 0 0,1 1 0 0 0,-1-1 1 0 0,1 0-1 0 0,-1 0 1 0 0,0 0-1 0 0,1 0 0 0 0,0 1 1 0 0,10 12 1239 0 0,-7-7-1320 0 0,0 1 0 0 0,-1 0-1 0 0,1 0 1 0 0,-2 1 0 0 0,1-1-1 0 0,-1 1 1 0 0,0-1 0 0 0,1 14-1 0 0,-1 6-30 0 0,-1 31 0 0 0,-2-32 47 0 0,2-19-31 0 0,-1-4-7 0 0,0 0-1 0 0,-1 0 1 0 0,1 0 0 0 0,0 0-1 0 0,-1 0 1 0 0,0 0 0 0 0,-1 3-1 0 0,3-4 39 0 0,-9 11 1798 0 0,-1-4-2112 0 0,3-4-4982 0 0,-1 2-95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0:58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58 431 0 0,'0'0'1328'0'0,"-11"2"432"0"0,10-2-1606 0 0,0 0 0 0 0,1 1 0 0 0,-1-1-1 0 0,0 0 1 0 0,1 0 0 0 0,-1 0-1 0 0,0 0 1 0 0,1 0 0 0 0,-1-1-1 0 0,0 1 1 0 0,1 0 0 0 0,-1 0 0 0 0,0 0-1 0 0,1-1 1 0 0,-1 1 0 0 0,0 0-1 0 0,1-1 1 0 0,-1 1 0 0 0,1 0-1 0 0,-1-1 1 0 0,1 1 0 0 0,-1-1 0 0 0,1 1-1 0 0,-1-1 1 0 0,1 1 0 0 0,-1-1-1 0 0,1 1 1 0 0,-1-2 0 0 0,1 1-116 0 0,0 0 1 0 0,0 0 0 0 0,0 0-1 0 0,1-1 1 0 0,-1 1-1 0 0,0 0 1 0 0,1 0-1 0 0,-1 0 1 0 0,1 0 0 0 0,-1-1-1 0 0,1 1 1 0 0,-1 0-1 0 0,1 0 1 0 0,0 0 0 0 0,0 0-1 0 0,-1 1 1 0 0,3-3-1 0 0,0 0-22 0 0,1 0 0 0 0,-1 0 0 0 0,1 1 0 0 0,-1-1 0 0 0,1 1 0 0 0,0 0 0 0 0,0 0 0 0 0,0 0 0 0 0,0 0 0 0 0,0 1 0 0 0,1 0 0 0 0,-1-1 0 0 0,0 2 0 0 0,1-1 0 0 0,-1 0 0 0 0,0 1 0 0 0,1 0 0 0 0,7 1 0 0 0,-8-1-16 0 0,0 0 0 0 0,0 1 1 0 0,0-1-1 0 0,0 1 1 0 0,0 0-1 0 0,-1 1 0 0 0,1-1 1 0 0,0 0-1 0 0,-1 1 1 0 0,1 0-1 0 0,-1 0 0 0 0,1 0 1 0 0,-1 0-1 0 0,0 1 1 0 0,0-1-1 0 0,0 1 0 0 0,0 0 1 0 0,-1 0-1 0 0,1 0 1 0 0,-1 0-1 0 0,3 5 0 0 0,1 5-26 0 0,-7-8 10 0 0,0-2 5 0 0,2 19-14 0 0,0-14-4 0 0,0 0 0 0 0,-1 0 0 0 0,-1 0-1 0 0,1 0 1 0 0,-4 11 0 0 0,1-9 18 0 0,0 0 1 0 0,-1-1-1 0 0,0 1 0 0 0,-1-1 1 0 0,0 0-1 0 0,0 0 0 0 0,-1-1 1 0 0,0 0-1 0 0,0 0 0 0 0,-1 0 1 0 0,-9 8-1 0 0,14-14 54 0 0,1 1-22 0 0,1-2 110 0 0,1 0-117 0 0,0 0 0 0 0,0-1-1 0 0,0 1 1 0 0,0-1 0 0 0,0 1 0 0 0,0-1 0 0 0,0 0 0 0 0,1 1 0 0 0,-1-1 0 0 0,0 0 0 0 0,0 0 0 0 0,0 0 0 0 0,1 0 0 0 0,0 0 0 0 0,8 1 18 0 0,0 1 59 0 0,0-1 0 0 0,0 0 0 0 0,0-1 0 0 0,0-1 0 0 0,0 1 0 0 0,11-3 0 0 0,11 0 145 0 0,-26 2-178 0 0,15 0 252 0 0,0 0-1 0 0,0 1 1 0 0,27 4-1 0 0,-47-4-46 0 0,0 0-244 0 0,-1 0-1 0 0,1-1 1 0 0,0 1-1 0 0,-1 0 1 0 0,1 0-1 0 0,-1-1 1 0 0,1 1-1 0 0,0 0 1 0 0,-1 0-1 0 0,1 0 1 0 0,-1 0-1 0 0,1 0 1 0 0,0 0-1 0 0,-1 0 1 0 0,1 0-1 0 0,0 0 1 0 0,-1 0 0 0 0,1 0-1 0 0,0 0 1 0 0,-1 0-1 0 0,1 1 1 0 0,-1-1-1 0 0,1 0 1 0 0,0 1-1 0 0,-1-1 1 0 0,1 0-1 0 0,-1 1 1 0 0,1-1-1 0 0,-1 0 1 0 0,1 1-1 0 0,-1-1 1 0 0,1 1 0 0 0,-1-1-1 0 0,0 1 1 0 0,1-1-1 0 0,-1 1 1 0 0,0-1-1 0 0,1 1 1 0 0,-1 0-1 0 0,1 1-138 0 0,0 1 1 0 0,0-1-1 0 0,-1 0 0 0 0,1 0 0 0 0,0 1 0 0 0,-1-1 0 0 0,0 5 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04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15 975 0 0,'0'0'2428'0'0,"1"0"-2248"0"0,26-5 699 0 0,0 1-1 0 0,41-1 0 0 0,-41 5-66 0 0,-5 0 261 0 0,42 4-1 0 0,-29 0-98 0 0,-9-2-334 0 0,29 8 1438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04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97 1807 0 0,'0'0'570'0'0,"-9"-7"276"0"0,-14-18 1688 0 0,15 16-1490 0 0,0 0-1 0 0,0 0 0 0 0,-2 1 1 0 0,-13-11-1 0 0,18 15-827 0 0,3 4 5 0 0,-14-3-113 0 0,-12 0-85 0 0,8 8 19 0 0,10-1-31 0 0,8-3-5 0 0,0-1 0 0 0,1 1-1 0 0,-1 0 1 0 0,1-1 0 0 0,0 1-1 0 0,-1 0 1 0 0,1 0-1 0 0,-1 0 1 0 0,1 0 0 0 0,0 0-1 0 0,0 0 1 0 0,0 1 0 0 0,0-1-1 0 0,0 0 1 0 0,0 1 0 0 0,0-1-1 0 0,0 0 1 0 0,0 1 0 0 0,1-1-1 0 0,-2 4 1 0 0,0-2-1 0 0,0 4-37 0 0,-1 0-1 0 0,1 1 0 0 0,0-1 0 0 0,1 0 0 0 0,-1 15 1 0 0,1-17 14 0 0,1-1 0 0 0,0 1-1 0 0,0-1 1 0 0,1 1 0 0 0,-1-1 0 0 0,1 1 0 0 0,0-1 0 0 0,0 0 0 0 0,1 0 0 0 0,-1 1 0 0 0,4 4 0 0 0,-3-6 12 0 0,0-1 0 0 0,1 1 0 0 0,-1-1 0 0 0,1 1 0 0 0,-1-1 0 0 0,1 0 0 0 0,0 0 0 0 0,0-1 0 0 0,0 1 0 0 0,0 0 0 0 0,0-1 0 0 0,0 0 0 0 0,1 0 0 0 0,-1 0 0 0 0,0 0 1 0 0,1 0-1 0 0,-1-1 0 0 0,0 1 0 0 0,7-1 0 0 0,3 0-14 0 0,0 0 0 0 0,-1-1 0 0 0,1-1 0 0 0,12-2 0 0 0,-17 3 27 0 0,-6 1-3 0 0,0 0-1 0 0,0 0 0 0 0,0-1 1 0 0,0 1-1 0 0,0-1 0 0 0,0 1 1 0 0,0-1-1 0 0,0 0 0 0 0,0 0 0 0 0,-1 0 1 0 0,1 0-1 0 0,0 0 0 0 0,1-1 1 0 0,-1 1 134 0 0,-1 0 0 0 0,1 0 0 0 0,-1-1 1 0 0,0 1-1 0 0,0 0 0 0 0,0-1 0 0 0,0 1 1 0 0,0 0-1 0 0,0-1 0 0 0,0 1 0 0 0,0-1 1 0 0,0 0-1 0 0,-1 1 0 0 0,1-1 0 0 0,-1 1 1 0 0,1-1-1 0 0,-1 0 0 0 0,1-4 3398 0 0,-2 7-3462 0 0,-4 17-38 0 0,-1-1 0 0 0,2 1-1 0 0,-3 26 1 0 0,5-34-35 0 0,-17 118-89 0 0,17-95 76 0 0,2-24-48 0 0,4-1 0 0 0,0-3 59 0 0,2-11 18 0 0,-5 2-2442 0 0,-1-6-2946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05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 43 1583 0 0,'-1'-1'114'0'0,"-41"-37"6176"0"0,2 35-942 0 0,34 4-5032 0 0,-1 0-1 0 0,1 0 0 0 0,0 0 1 0 0,0 1-1 0 0,0 0 1 0 0,0 1-1 0 0,0-1 0 0 0,0 1 1 0 0,-7 5-1 0 0,6-3-198 0 0,0 1 0 0 0,0 0-1 0 0,1 0 1 0 0,0 1 0 0 0,0 0-1 0 0,-5 7 1 0 0,3-3-131 0 0,1 0 0 0 0,0 1 0 0 0,0-1 0 0 0,2 1 0 0 0,-1 0 0 0 0,2 1 0 0 0,-1-1 0 0 0,2 1 0 0 0,0 0 0 0 0,0 0 0 0 0,1 0 1 0 0,0 21-1 0 0,1-25-3 0 0,1-1 1 0 0,1 0 0 0 0,-1 1-1 0 0,1-1 1 0 0,1 0-1 0 0,0 1 1 0 0,0-1 0 0 0,0 0-1 0 0,1 0 1 0 0,1-1 0 0 0,-1 1-1 0 0,1-1 1 0 0,0 1 0 0 0,9 11-1 0 0,-10-17 16 0 0,-1 0-1 0 0,1 0 0 0 0,0 0 1 0 0,0-1-1 0 0,0 1 0 0 0,0-1 0 0 0,0 1 1 0 0,0-1-1 0 0,0 0 0 0 0,0 0 1 0 0,1 0-1 0 0,-1-1 0 0 0,0 1 1 0 0,1-1-1 0 0,-1 0 0 0 0,0 0 1 0 0,1 0-1 0 0,4-1 0 0 0,7 0-8 0 0,0-1-1 0 0,23-7 0 0 0,-32 7 11 0 0,1 0 1 0 0,0 0 1 0 0,0 0-1 0 0,0-1 0 0 0,0 0 1 0 0,-1 0-1 0 0,0-1 1 0 0,10-6-1 0 0,-14 9 5 0 0,-1 0 0 0 0,0 1 0 0 0,0-1 0 0 0,0 0 0 0 0,0 0 0 0 0,1 0 0 0 0,-1 0-1 0 0,-1 0 1 0 0,1 0 0 0 0,0 0 0 0 0,0 0 0 0 0,0 0 0 0 0,0 0 0 0 0,-1 0 0 0 0,1-1 0 0 0,-1 1 0 0 0,1 0 0 0 0,-1-1 0 0 0,1 1 0 0 0,-1 0 0 0 0,0-1 0 0 0,1-1 0 0 0,0-3 28 0 0,1-2 50 0 0,-1 1 0 0 0,0-1 1 0 0,0 1-1 0 0,0-1 0 0 0,-2-15 1 0 0,-7-39 1031 0 0,3 29-729 0 0,5 27-325 0 0,-1 0 0 0 0,0 0 0 0 0,-1 0 0 0 0,1 1 0 0 0,-1-1 1 0 0,0 0-1 0 0,-1 1 0 0 0,1 0 0 0 0,-1-1 0 0 0,-5-6 0 0 0,6 10-53 0 0,1 0-1 0 0,-1 0 1 0 0,0 1-1 0 0,0-1 1 0 0,0 0 0 0 0,-1 1-1 0 0,1-1 1 0 0,0 1-1 0 0,-1 0 1 0 0,1-1-1 0 0,-1 1 1 0 0,1 0-1 0 0,-1 1 1 0 0,1-1 0 0 0,-1 0-1 0 0,1 1 1 0 0,-1 0-1 0 0,0-1 1 0 0,1 1-1 0 0,-1 0 1 0 0,0 0 0 0 0,0 0-1 0 0,1 1 1 0 0,-5 0-1 0 0,-7 3-244 0 0,0 0 0 0 0,-20 10 0 0 0,23-9-804 0 0,-1-1-5476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07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12 1807 0 0,'0'0'11179'0'0,"-9"-4"-9566"0"0,6 3-1456 0 0,0 0 12 0 0,1 0-1 0 0,0 0 1 0 0,-1 0-1 0 0,1 0 1 0 0,0 1 0 0 0,-1-1-1 0 0,1 1 1 0 0,-1 0-1 0 0,-3 0 1 0 0,4 0-92 0 0,-6 2-61 0 0,6-1-16 0 0,0-1 0 0 0,0 1 0 0 0,1-1 0 0 0,-1 1 0 0 0,0 0 0 0 0,0 0 0 0 0,1 0 0 0 0,-1 0 0 0 0,1 0 0 0 0,-1 0 0 0 0,1 0 0 0 0,-1 1 0 0 0,1-1 0 0 0,0 0 0 0 0,-1 2 0 0 0,-2 1 0 0 0,-1 3-20 0 0,0 1 0 0 0,0-1 0 0 0,1 1 0 0 0,-1-1 0 0 0,2 1-1 0 0,-1 1 1 0 0,1-1 0 0 0,-4 16 0 0 0,5-11-3 0 0,-1 0 1 0 0,2 0-1 0 0,0 0 0 0 0,0 0 1 0 0,2 16-1 0 0,0-21-2 0 0,0 1 0 0 0,5 15 0 0 0,-5-22 25 0 0,0 1-1 0 0,0 0 1 0 0,0-1 0 0 0,0 1-1 0 0,0-1 1 0 0,1 1 0 0 0,-1-1-1 0 0,1 0 1 0 0,0 0-1 0 0,0 0 1 0 0,0 0 0 0 0,0 0-1 0 0,0 0 1 0 0,0 0-1 0 0,0 0 1 0 0,3 1 0 0 0,-2-1-4 0 0,4 2-3 0 0,0 1 0 0 0,1-1 0 0 0,-1-1 0 0 0,15 6 0 0 0,45 6-12 0 0,-57-13 19 0 0,-1-2 0 0 0,1-2 0 0 0,-1-3 11 0 0,-7 4-4 0 0,0 0 0 0 0,0 0 0 0 0,-1 0 1 0 0,1-1-1 0 0,0 1 0 0 0,-1-1 0 0 0,1 0 0 0 0,-1 1 0 0 0,0-1 0 0 0,1 0 1 0 0,-1 0-1 0 0,0 1 0 0 0,0-1 0 0 0,0 0 0 0 0,1-4 0 0 0,-1 1 11 0 0,1 0 35 0 0,-1-1 1 0 0,0 1-1 0 0,-1-1 1 0 0,1 1-1 0 0,-1-1 1 0 0,0 1-1 0 0,0-1 1 0 0,-1 1-1 0 0,1-1 1 0 0,-3-5-1 0 0,1-12 264 0 0,0 14-113 0 0,1 0 0 0 0,-5-12 0 0 0,0-2 294 0 0,5 21-346 0 0,-3-18 305 0 0,2 11-386 0 0,-1 1 18 0 0,2 5-1 0 0,-4-6-20 0 0,0 2-44 0 0,3 4 19 0 0,-4-3-33 0 0,0-2-10 0 0,2 0 0 0 0,0 2-12 0 0,4 4-64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07.6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60 975 0 0,'0'-1'74'0'0,"0"-2"-6"0"0,0-1 0 0 0,1 1 0 0 0,-1 0 0 0 0,1-1 0 0 0,-1 1 0 0 0,1 0 1 0 0,0-1-1 0 0,0 1 0 0 0,1 0 0 0 0,-1 0 0 0 0,10-20 16273 0 0,-21 62-16268 0 0,7-23-70 0 0,2-13-1 0 0,0 17 50 0 0,0 1-41 0 0,0-13-11 0 0,1 0 0 0 0,0 0-1 0 0,0 0 1 0 0,2 12 0 0 0,12 30 0 0 0,-9-24-23 0 0,2 33 0 0 0,-4-34-22 0 0,9 44 0 0 0,-11-64 45 0 0,0-2 0 0 0,0-1 0 0 0,-1 1 0 0 0,1-1 0 0 0,0 1 0 0 0,0-1 0 0 0,0 0 0 0 0,0 1 0 0 0,1-1 0 0 0,-1 0 0 0 0,1 0 0 0 0,-1 0 0 0 0,1 0 0 0 0,0 0 0 0 0,3 3 0 0 0,1-1-13 0 0,-1 0 1 0 0,1 0-1 0 0,0-1 0 0 0,10 4 0 0 0,-11-5 13 0 0,0-1 0 0 0,0 1 0 0 0,1-1 0 0 0,-1 0 0 0 0,1 0 0 0 0,-1 0 0 0 0,1-1 0 0 0,5 0 0 0 0,-8 0 1 0 0,-1-1-1 0 0,1 0 0 0 0,-1 0 1 0 0,0 0-1 0 0,1 0 0 0 0,-1 0 1 0 0,0-1-1 0 0,1 1 0 0 0,-1-1 1 0 0,0 1-1 0 0,0-1 0 0 0,0 0 1 0 0,-1 0-1 0 0,4-3 0 0 0,-4 3 7 0 0,46-49 27 0 0,-46 50-162 0 0,3-7-2066 0 0,-2-1 1190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08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 7271 0 0,'0'0'-4766'0'0,"10"-6"6063"0"0,2 4-693 0 0,9-1 2055 0 0,41-3-1 0 0,-52 6-2159 0 0,0-1 0 0 0,0 0 0 0 0,12-4-1 0 0,-7 2-494 0 0,0 1 0 0 0,0 0-1 0 0,20 0 1 0 0,-34 2-498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08.6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179 50 2791 0 0,'0'0'107'0'0,"-14"-10"74"0"0,-15-11 4333 0 0,21 17-2411 0 0,3 1-791 0 0,-1 0 0 0 0,1 1 1 0 0,-10-3-1 0 0,14 5-1084 0 0,-1 0-18 0 0,-3-1-82 0 0,3 1-81 0 0,1 0 1 0 0,-1 0 0 0 0,0 0-1 0 0,1 0 1 0 0,-1 0 0 0 0,0 0 0 0 0,0 0-1 0 0,1 1 1 0 0,-1-1 0 0 0,0 1-1 0 0,1-1 1 0 0,-1 1 0 0 0,1 0 0 0 0,-1-1-1 0 0,-1 2 1 0 0,-5 3-19 0 0,-1 0-29 0 0,1 1 0 0 0,1 0-10 0 0,-7 11-97 0 0,11-14 95 0 0,2-2 8 0 0,0 0 1 0 0,0 0 0 0 0,1 1-1 0 0,-1-1 1 0 0,1 0-1 0 0,-1 1 1 0 0,1-1-1 0 0,-1 0 1 0 0,1 1 0 0 0,-1-1-1 0 0,1 0 1 0 0,0 1-1 0 0,0-1 1 0 0,0 3 0 0 0,0-1-9 0 0,-2 3-12 0 0,1 0-1 0 0,0 0 0 0 0,1 1 0 0 0,-1-1 1 0 0,1 0-1 0 0,1 1 0 0 0,-1-1 0 0 0,1 1 1 0 0,0-1-1 0 0,3 8 0 0 0,-4-13 16 0 0,1 1 1 0 0,0 0-1 0 0,-1-1 0 0 0,1 1 0 0 0,0 0 0 0 0,0-1 0 0 0,0 1 1 0 0,0-1-1 0 0,0 1 0 0 0,1-1 0 0 0,-1 0 0 0 0,0 0 0 0 0,0 1 1 0 0,1-1-1 0 0,-1 0 0 0 0,1 0 0 0 0,-1 0 0 0 0,4 1 0 0 0,1 1 1 0 0,-5-2 5 0 0,0 0 0 0 0,0-1 1 0 0,0 1-1 0 0,0-1 0 0 0,0 1 0 0 0,0-1 0 0 0,1 1 0 0 0,-1-1 0 0 0,0 1 0 0 0,0-1 0 0 0,0 0 0 0 0,0 0 0 0 0,0 0 0 0 0,1 0 1 0 0,-1 0-1 0 0,0 0 0 0 0,0 0 0 0 0,0 0 0 0 0,0 0 0 0 0,0 0 0 0 0,2-1 0 0 0,0 0 3 0 0,18-1 0 0 0,-12 0 0 0 0,-3-1 11 0 0,-5 3 42 0 0,13-18 71 0 0,-10 9-51 0 0,0 0 0 0 0,0-1 1 0 0,-1 1-1 0 0,0-1 0 0 0,3-17 0 0 0,-5 22 12 0 0,-1 3 43 0 0,0-18 530 0 0,0 19-619 0 0,0-1 0 0 0,0 1 1 0 0,0-1-1 0 0,-1 0 0 0 0,1 1 1 0 0,0-1-1 0 0,-1 1 1 0 0,1-1-1 0 0,-1 1 0 0 0,0-1 1 0 0,1 1-1 0 0,-1-1 1 0 0,0 1-1 0 0,0 0 0 0 0,0 0 1 0 0,0-1-1 0 0,0 1 0 0 0,0 0 1 0 0,0 0-1 0 0,-1 0 1 0 0,1 0-1 0 0,0 0 0 0 0,-1 0 1 0 0,1 0-1 0 0,0 1 0 0 0,-1-1 1 0 0,-2-1-1 0 0,-24-4-192 0 0,26 6-48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09.4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8 1583 0 0,'0'0'2178'0'0,"-1"0"-1676"0"0,-9-3 345 0 0,-8-1-377 0 0,9 3 7527 0 0,19 14-7777 0 0,-7-11-180 0 0,-1-1 0 0 0,1 0 0 0 0,-1 0 0 0 0,1 0 0 0 0,-1 0 0 0 0,1 0 0 0 0,0 0 0 0 0,0-1 0 0 0,4 1 0 0 0,-4 0-19 0 0,18 1 323 0 0,-1 0 0 0 0,25-2 0 0 0,-21 0 100 0 0,-6 1-223 0 0,3 0-361 0 0,-15-1-158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10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178 107 1583 0 0,'0'-2'187'0'0,"1"-4"724"0"0,-1-1 0 0 0,0 1 0 0 0,0 0 0 0 0,-3-12 1420 0 0,1 5 975 0 0,-2 1-846 0 0,3 9-2028 0 0,0 0 0 0 0,-1 0 0 0 0,1 0 0 0 0,0 1 0 0 0,-1-1 0 0 0,-2-4 0 0 0,3 6 131 0 0,-10-4-12 0 0,10 4-510 0 0,-1 0 1 0 0,1 0-1 0 0,-1 1 1 0 0,1-1-1 0 0,-1 0 0 0 0,0 1 1 0 0,1-1-1 0 0,-1 1 1 0 0,-2-1-1 0 0,-1 1-28 0 0,1 1-1 0 0,-1 0 0 0 0,0 0 1 0 0,1 0-1 0 0,-1 0 0 0 0,1 1 1 0 0,-1 0-1 0 0,1 0 1 0 0,0 0-1 0 0,0 0 0 0 0,0 1 1 0 0,0-1-1 0 0,0 1 0 0 0,0 0 1 0 0,1 0-1 0 0,-1 1 1 0 0,1-1-1 0 0,0 1 0 0 0,0-1 1 0 0,0 1-1 0 0,1 0 1 0 0,-4 6-1 0 0,0 1-44 0 0,1 0 1 0 0,0 1-1 0 0,0-1 1 0 0,1 1-1 0 0,1 0 0 0 0,0 0 1 0 0,-2 20-1 0 0,5-31 26 0 0,0 0-1 0 0,0 0 1 0 0,0 0-1 0 0,0 0 1 0 0,0-1-1 0 0,0 1 1 0 0,1 0-1 0 0,-1 0 1 0 0,0 0-1 0 0,0-1 1 0 0,1 1-1 0 0,-1 0 1 0 0,0 0-1 0 0,1-1 1 0 0,-1 1-1 0 0,1 0 1 0 0,-1-1-1 0 0,1 1 1 0 0,-1-1-1 0 0,1 1 1 0 0,1 0-1 0 0,0 1 1 0 0,0-1 0 0 0,0 0 0 0 0,0 0 0 0 0,0 0 0 0 0,0 0 0 0 0,0 0 0 0 0,4 1 0 0 0,1-1 6 0 0,-1 1 0 0 0,1-2-1 0 0,0 1 1 0 0,11-1 0 0 0,-6 0 6 0 0,-1-1 1 0 0,0 0-1 0 0,-1-1 0 0 0,1 0 0 0 0,0-1 1 0 0,0 0-1 0 0,-1-1 0 0 0,0 0 0 0 0,1-1 0 0 0,-2 0 1 0 0,16-9-1 0 0,-19 9 47 0 0,-4 4 14 0 0,-2-7 960 0 0,-4 11-1022 0 0,0 1 0 0 0,1 0 0 0 0,-1 1 1 0 0,1-1-1 0 0,0 0 0 0 0,0 1 1 0 0,1 0-1 0 0,-1 0 0 0 0,1 0 0 0 0,0 0 1 0 0,0 0-1 0 0,1 0 0 0 0,-2 8 1 0 0,-1 10 29 0 0,-1 42 0 0 0,4-52-33 0 0,2 14-2 0 0,0 0 0 0 0,2 0 0 0 0,1 0 0 0 0,12 47 0 0 0,-14-69-2 0 0,0 0 0 0 0,0 0 0 0 0,0 0-1 0 0,0-1 1 0 0,5 8 0 0 0,-6-12-30 0 0,-1 0 0 0 0,0 0-1 0 0,1 1 1 0 0,-1-1 0 0 0,1 0 0 0 0,-1 0 0 0 0,1 0 0 0 0,-1 0 0 0 0,1 0-1 0 0,-1 0 1 0 0,1 0 0 0 0,-1 0 0 0 0,1 0 0 0 0,-1 0 0 0 0,1 0-1 0 0,-1 0 1 0 0,1 0 0 0 0,-1 0 0 0 0,1 0 0 0 0,-1 0 0 0 0,0-1 0 0 0,1 1-1 0 0,-1 0 1 0 0,1 0 0 0 0,0-1 0 0 0,13-6-4101 0 0,-3 0-2621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10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10 1807 0 0,'-2'-1'228'0'0,"-47"-6"5858"0"0,48 7-4844 0 0,-26 0 5377 0 0,22 1-6476 0 0,1-1 0 0 0,0 1 0 0 0,0 0 0 0 0,0 0 0 0 0,0 1 0 0 0,0-1 0 0 0,0 1 0 0 0,1 0 0 0 0,-1 0 0 0 0,0 0 0 0 0,1 0 0 0 0,-1 1 0 0 0,1-1-1 0 0,0 1 1 0 0,0 0 0 0 0,0 0 0 0 0,0 0 0 0 0,1 0 0 0 0,-1 1 0 0 0,1-1 0 0 0,-3 5 0 0 0,0 2-143 0 0,0 0 0 0 0,0 1 1 0 0,1-1-1 0 0,-5 22 0 0 0,-5 47-1 0 0,4-18-81 0 0,8-55 76 0 0,1 1 0 0 0,-1-1 0 0 0,2 1 0 0 0,-1 0 0 0 0,1-1 0 0 0,0 1 0 0 0,0-1 0 0 0,2 12 0 0 0,-2-18 4 0 0,0 1 1 0 0,0 0-1 0 0,0-1 0 0 0,1 1 1 0 0,-1-1-1 0 0,0 1 0 0 0,0-1 0 0 0,0 1 1 0 0,0 0-1 0 0,1-1 0 0 0,-1 1 1 0 0,0-1-1 0 0,1 1 0 0 0,-1-1 0 0 0,0 1 1 0 0,1-1-1 0 0,-1 1 0 0 0,1-1 1 0 0,-1 0-1 0 0,0 1 0 0 0,1-1 0 0 0,-1 0 1 0 0,1 1-1 0 0,-1-1 0 0 0,1 0 1 0 0,0 1-1 0 0,-1-1 0 0 0,1 0 0 0 0,1 1-8 0 0,2 0 10 0 0,0 1-1 0 0,-1-1 0 0 0,1 0 1 0 0,0 0-1 0 0,0 0 0 0 0,0-1 1 0 0,0 1-1 0 0,0-1 0 0 0,0 0 1 0 0,0 0-1 0 0,0 0 0 0 0,0-1 1 0 0,0 1-1 0 0,0-1 0 0 0,0 0 1 0 0,-1 0-1 0 0,1 0 0 0 0,0-1 1 0 0,4-2-1 0 0,0 1 1 0 0,1-2 0 0 0,-1 1 1 0 0,0-1-1 0 0,0-1 0 0 0,0 1 0 0 0,-1-1 0 0 0,8-8 0 0 0,-8 5 62 0 0,0 0 0 0 0,0-1 0 0 0,-1 0 0 0 0,0 0 0 0 0,-1 0 0 0 0,0-1 0 0 0,-1 0 0 0 0,0 0 0 0 0,4-15 0 0 0,-5 11 130 0 0,0-1 0 0 0,-1 1 0 0 0,0-1 0 0 0,-1 0 0 0 0,-1 0 0 0 0,-3-22 0 0 0,3 35-188 0 0,0 1 0 0 0,0 0-1 0 0,-1 0 1 0 0,1-1 0 0 0,-1 1 0 0 0,0 0-1 0 0,0 0 1 0 0,0 0 0 0 0,0 0-1 0 0,0 0 1 0 0,0 0 0 0 0,0 0 0 0 0,-1 0-1 0 0,1 0 1 0 0,-1 0 0 0 0,1 1 0 0 0,-1-1-1 0 0,0 1 1 0 0,1-1 0 0 0,-1 1-1 0 0,0 0 1 0 0,0-1 0 0 0,0 1 0 0 0,0 0-1 0 0,0 0 1 0 0,-1 1 0 0 0,1-1 0 0 0,0 0-1 0 0,0 1 1 0 0,0-1 0 0 0,-1 1-1 0 0,-2 0 1 0 0,-6-1-70 0 0,0 2 0 0 0,-1-1 0 0 0,1 2 0 0 0,0-1 0 0 0,-14 5 0 0 0,18-4-26 0 0,-20 4-1469 0 0,0 1-5261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0:59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 1151 0 0,'0'0'8944'0'0,"2"0"-8785"0"0,16-4 22 0 0,0 2 0 0 0,0 0-1 0 0,0 1 1 0 0,0 1 0 0 0,0 1 0 0 0,23 3-1 0 0,-25 0-180 0 0,-14-2 0 0 0,-1-1 0 0 0,1-1 0 0 0,-1 1 0 0 0,0 0 0 0 0,0 0 0 0 0,1 0 0 0 0,-1 0 0 0 0,0 0 0 0 0,0 0 0 0 0,0 0 0 0 0,0 0 0 0 0,0 1 0 0 0,0-1 0 0 0,-1 0 0 0 0,1 1 0 0 0,0-1 0 0 0,-1 0 0 0 0,1 1 0 0 0,-1-1 0 0 0,1 1 0 0 0,-1-1 0 0 0,0 1 0 0 0,1-1 0 0 0,-1 1 0 0 0,0-1 0 0 0,0 1 0 0 0,0-1 0 0 0,-1 3 0 0 0,1-1 0 0 0,1 10-10 0 0,-1-7 2 0 0,0-1 1 0 0,0 0 0 0 0,-1 0 0 0 0,0 0-1 0 0,1 0 1 0 0,-2 0 0 0 0,1 0-1 0 0,-1 0 1 0 0,1-1 0 0 0,-4 7 0 0 0,4-9 19 0 0,0 0 1 0 0,0 0 0 0 0,0 0 0 0 0,0 0 0 0 0,0 0-1 0 0,0 0 1 0 0,-1-1 0 0 0,1 1 0 0 0,-1 0-1 0 0,1-1 1 0 0,-1 1 0 0 0,0-1 0 0 0,1 0 0 0 0,-4 2-1 0 0,1 0 39 0 0,1-1-32 0 0,0 0 0 0 0,0 0-1 0 0,0 0 1 0 0,-1 0-1 0 0,1 0 1 0 0,0-1 0 0 0,-5 2-1 0 0,-6 3 48 0 0,21-8-50 0 0,0 2 1 0 0,0-1-1 0 0,9 1 0 0 0,-10-1-22 0 0,1 2 0 0 0,-1-1 0 0 0,0 1 0 0 0,1 0 0 0 0,-1 0 0 0 0,0 1 0 0 0,0 0 0 0 0,0 0 0 0 0,11 6-1 0 0,-8-3-10 0 0,0 1-1 0 0,-1 1 1 0 0,0-1-1 0 0,7 9 0 0 0,4 2 7 0 0,-15-13 4 0 0,0 0 0 0 0,-1 0 0 0 0,1 0-1 0 0,-1 1 1 0 0,0-1 0 0 0,0 1 0 0 0,0 0 0 0 0,-1 0-1 0 0,1 0 1 0 0,1 6 0 0 0,-3-8 4 0 0,-1-1 0 0 0,1 1 0 0 0,0 0 0 0 0,-1 1 0 0 0,1-1 0 0 0,-1 0 0 0 0,0 0 0 0 0,0 0 0 0 0,0 0 0 0 0,-1 0 0 0 0,1 0 0 0 0,-1 0 0 0 0,1 0 0 0 0,-1 0 0 0 0,0 0 1 0 0,0 0-1 0 0,0 0 0 0 0,-1-1 0 0 0,-1 4 0 0 0,-2 0 65 0 0,1 0 1 0 0,-1-1 0 0 0,0 0-1 0 0,-1 0 1 0 0,0 0 0 0 0,1 0-1 0 0,-1-1 1 0 0,-1 0 0 0 0,1 0 0 0 0,-1-1-1 0 0,1 0 1 0 0,-13 4 0 0 0,4-3 291 0 0,1 0-1 0 0,0-1 1 0 0,-1-1 0 0 0,1 0 0 0 0,-20-1 0 0 0,14-1 1066 0 0,18 0-1952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00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1 975 0 0,'0'0'3008'0'0,"-2"11"-1080"0"0,3-9-1841 0 0,0-1-1 0 0,1 1 0 0 0,-1-1 0 0 0,0 1 0 0 0,0-1 0 0 0,1 1 0 0 0,-1-1 0 0 0,1 0 0 0 0,-1 0 0 0 0,1 0 0 0 0,0 1 1 0 0,-1-2-1 0 0,1 1 0 0 0,0 0 0 0 0,0 0 0 0 0,0-1 0 0 0,0 1 0 0 0,0 0 0 0 0,2-1 0 0 0,6 2 352 0 0,0-1 1 0 0,18-1-1 0 0,0 1 196 0 0,78 2 926 0 0,-21-1-951 0 0,-49-1-518 0 0,-27-1-306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00.5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16 4319 0 0,'0'0'198'0'0,"1"-2"-17"0"0,2-12 11007 0 0,-1 23-9185 0 0,-2 20-2613 0 0,-2 36 1004 0 0,-2 17-281 0 0,-1-47-62 0 0,1-12-70 0 0,2 0-1 0 0,0 39 1 0 0,2-56-5 0 0,0-3-34 0 0,1 4-8 0 0,0-5-56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01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74 1151 0 0,'-8'-4'802'0'0,"2"1"-1033"0"0,4 2 795 0 0,0 0 1 0 0,-1 1-1 0 0,1-1 0 0 0,0 0 0 0 0,-1 1 0 0 0,1-1 0 0 0,-1 1 0 0 0,1 0 0 0 0,-1 0 0 0 0,-4 0 0 0 0,5 0 324 0 0,-9 8-473 0 0,9-6-401 0 0,-1 1 1 0 0,0 0-1 0 0,1 1 1 0 0,-1-1-1 0 0,1 0 0 0 0,0 1 1 0 0,0-1-1 0 0,0 1 0 0 0,0 0 1 0 0,1-1-1 0 0,0 1 1 0 0,0 0-1 0 0,0 0 0 0 0,0 0 1 0 0,0 0-1 0 0,1 0 1 0 0,0 0-1 0 0,0 8 0 0 0,0-9-74 0 0,0 1 0 0 0,0 0 0 0 0,1 0 0 0 0,0-1 0 0 0,2 8 0 0 0,-2-9-16 0 0,-1-1 64 0 0,0-1-1 0 0,1 1 0 0 0,-1 0 0 0 0,0 0 1 0 0,1 0-1 0 0,-1-1 0 0 0,1 1 0 0 0,-1 0 1 0 0,1 0-1 0 0,-1-1 0 0 0,1 1 0 0 0,0-1 1 0 0,-1 1-1 0 0,1 0 0 0 0,0-1 0 0 0,0 1 0 0 0,-1-1 1 0 0,3 1-1 0 0,14 7-138 0 0,-11-6 69 0 0,0-1 1 0 0,0 1-1 0 0,0-1 0 0 0,1 0 0 0 0,-1-1 0 0 0,0 0 1 0 0,1 0-1 0 0,-1 0 0 0 0,11-3 0 0 0,-13 3 129 0 0,-1-1-1 0 0,0 0 1 0 0,0 0-1 0 0,0 0 1 0 0,0 0-1 0 0,0 0 0 0 0,0-1 1 0 0,-1 1-1 0 0,1-1 1 0 0,0 0-1 0 0,-1 0 1 0 0,1 0-1 0 0,-1 0 0 0 0,0-1 1 0 0,0 1-1 0 0,1 0 1 0 0,-2-1-1 0 0,1 0 1 0 0,0 1-1 0 0,2-7 0 0 0,3-7 1326 0 0,-1-1 0 0 0,-1-1 0 0 0,5-25 0 0 0,-9 36-881 0 0,-1 4-289 0 0,1 0 0 0 0,-1 0 0 0 0,0 0 0 0 0,1 0 0 0 0,-1 0 0 0 0,0 0 0 0 0,-1-4 1 0 0,0 5-270 0 0,1 1 0 0 0,-1 0 0 0 0,0-1 0 0 0,1 1 0 0 0,-1-1 1 0 0,0 1-1 0 0,0 0 0 0 0,0 0 0 0 0,0 0 0 0 0,0-1 0 0 0,0 1 0 0 0,-1 0 1 0 0,1 0-1 0 0,0 0 0 0 0,0 0 0 0 0,-1 1 0 0 0,1-1 0 0 0,-3-1 1 0 0,2 1-299 0 0,-7-3-2156 0 0,-1 2-2087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01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6 1807 0 0,'7'-6'15792'0'0,"-6"28"-15563"0"0,0-1 1 0 0,-4 42-1 0 0,-1 4-325 0 0,5-18-56 0 0,-4 83-952 0 0,0-121-320 0 0,1-2-4854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01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45 431 0 0,'0'0'840'0'0,"1"-1"-509"0"0,4-2 29 0 0,1 1 0 0 0,0-1 0 0 0,0 1 0 0 0,0 0 0 0 0,8-2 0 0 0,4-1 819 0 0,-1-1 146 0 0,1 1-1 0 0,-1 2 1 0 0,1 0 0 0 0,0 0 0 0 0,30 1 0 0 0,25 4-1337 0 0,-69-2-1065 0 0,5 2-3197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02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145 347 2039 0 0,'0'0'92'0'0,"-1"-1"-2"0"0,-15-37 8583 0 0,12 37-8304 0 0,1-1 0 0 0,-1 1 0 0 0,1 0 0 0 0,-1 0 0 0 0,1 0 0 0 0,-7 0 0 0 0,8 1-331 0 0,0 0-9 0 0,0-1 0 0 0,1 1 1 0 0,-1 0-1 0 0,0-1 0 0 0,0 1 0 0 0,0 0 1 0 0,0 0-1 0 0,1 1 0 0 0,-1-1 0 0 0,0 0 1 0 0,0 0-1 0 0,0 1 0 0 0,1-1 0 0 0,-1 1 1 0 0,0 0-1 0 0,1 0 0 0 0,-1-1 0 0 0,0 1 1 0 0,1 0-1 0 0,-1 0 0 0 0,1 0 0 0 0,-1 1 1 0 0,1-1-1 0 0,0 0 0 0 0,-2 2 0 0 0,-2 3 0 0 0,-1 0 0 0 0,1 1-1 0 0,1 0 1 0 0,-1 0-1 0 0,1 0 1 0 0,0 0 0 0 0,-3 11-1 0 0,5-14-42 0 0,0 1 1 0 0,1 0-1 0 0,-1 0 0 0 0,1 0 0 0 0,0 0 1 0 0,1-1-1 0 0,-1 1 0 0 0,1 0 0 0 0,0 0 0 0 0,1 0 1 0 0,-1 0-1 0 0,1 0 0 0 0,1 6 0 0 0,3-3-67 0 0,-2-6 62 0 0,0 0 0 0 0,0 0 0 0 0,0 0 0 0 0,0-1 0 0 0,1 1 1 0 0,-1-1-1 0 0,1 0 0 0 0,-1 0 0 0 0,1 0 0 0 0,-1 0 0 0 0,1-1 0 0 0,0 1 0 0 0,-1-1 0 0 0,1 0 0 0 0,0 0 1 0 0,-1-1-1 0 0,8 0 0 0 0,5-2 12 0 0,0-1 1 0 0,25-10-1 0 0,-38 13 8 0 0,3-2 6 0 0,0 1-1 0 0,-1 0 0 0 0,1-1 1 0 0,-1 0-1 0 0,0 0 0 0 0,0-1 1 0 0,0 0-1 0 0,0 1 0 0 0,-1-2 0 0 0,0 1 1 0 0,7-8-1 0 0,-7 5 251 0 0,1 0-1 0 0,-2 1 1 0 0,1-1 0 0 0,-1-1-1 0 0,0 1 1 0 0,-1 0-1 0 0,0-1 1 0 0,3-12 0 0 0,-3 6 1063 0 0,-3 20-371 0 0,0-1-913 0 0,1 0-1 0 0,-1 0 0 0 0,1 1 1 0 0,1 5-1 0 0,-1-7-51 0 0,1-2 7 0 0,-1 0-1 0 0,0-1 1 0 0,0 1 0 0 0,1 0 0 0 0,-1-1 0 0 0,1 1 0 0 0,0-1 0 0 0,-1 1 0 0 0,1-1 0 0 0,0 1 0 0 0,0-1 0 0 0,0 1 0 0 0,0-1 0 0 0,0 0 0 0 0,0 0 0 0 0,1 2 0 0 0,10 4-47 0 0,-6-8 62 0 0,-4 0-10 0 0,2 0 4 0 0,0 0 0 0 0,1-1-1 0 0,-1 0 1 0 0,0 1 0 0 0,0-1 0 0 0,0-1-1 0 0,0 1 1 0 0,0-1 0 0 0,0 1-1 0 0,-1-1 1 0 0,1 0 0 0 0,-1 0 0 0 0,0-1-1 0 0,0 1 1 0 0,0-1 0 0 0,4-7 0 0 0,0 1 9 0 0,-2 0 1 0 0,0-1 0 0 0,0 1-1 0 0,0-1 1 0 0,3-16 0 0 0,-5 12 1 0 0,0 1 1 0 0,-1-1 0 0 0,-1 1 0 0 0,0-21 0 0 0,-9-58 291 0 0,3 41 79 0 0,4 30 252 0 0,-12 38-452 0 0,7-6-145 0 0,1 0 0 0 0,1 1 0 0 0,0-1 1 0 0,-5 21-1 0 0,-5 45-67 0 0,10-47 44 0 0,1-6-13 0 0,1 1 0 0 0,2 0-1 0 0,2 25 1 0 0,0 8-64 0 0,-2-30 55 0 0,4 29 1 0 0,-2-48-1 0 0,-1 1 1 0 0,1-1-1 0 0,0 1 0 0 0,1-1 1 0 0,-1 0-1 0 0,2 0 1 0 0,6 12-1 0 0,-5-12 8 0 0,-3 0 0 0 0,-6 1-14 0 0,-4-2-58 0 0,0-3-43 0 0,-2-3-327 0 0,7-1 349 0 0,-7 0-195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11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35 431 0 0,'0'0'15255'0'0,"-15"12"-14462"0"0,10-8-635 0 0,-5 3-66 0 0,1 0 1 0 0,-12 11-1 0 0,16-12-94 0 0,1 0 1 0 0,0 0 0 0 0,0 1-1 0 0,0-1 1 0 0,1 1-1 0 0,0 0 1 0 0,0 0-1 0 0,1 0 1 0 0,0 0 0 0 0,0 0-1 0 0,0 0 1 0 0,1 1-1 0 0,0 9 1 0 0,1-15-2 0 0,-1 1-1 0 0,1 0 1 0 0,0-1 0 0 0,1 1 0 0 0,-1-1 0 0 0,0 1-1 0 0,1-1 1 0 0,-1 1 0 0 0,1-1 0 0 0,0 1 0 0 0,0-1-1 0 0,0 1 1 0 0,0-1 0 0 0,0 0 0 0 0,1 1-1 0 0,2 2 1 0 0,-2-2-6 0 0,1 0 0 0 0,0 0 0 0 0,0-1 0 0 0,1 1-1 0 0,-1-1 1 0 0,1 0 0 0 0,-1 0 0 0 0,1 0 0 0 0,6 3 0 0 0,1-2-7 0 0,-1 0 0 0 0,1-1 1 0 0,-1 0-1 0 0,1 0 1 0 0,0-1-1 0 0,0-1 1 0 0,13 0-1 0 0,-20-1 49 0 0,1 1-1 0 0,-1-1 1 0 0,0 0 0 0 0,1 0-1 0 0,-1 0 1 0 0,0 0 0 0 0,0-1-1 0 0,0 1 1 0 0,0-1-1 0 0,0-1 1 0 0,0 1 0 0 0,6-5-1 0 0,-7 4 1 0 0,0 1 0 0 0,-1-1 0 0 0,0 0 0 0 0,1 0 0 0 0,-1 0 0 0 0,0 0 0 0 0,-1 0 0 0 0,1 0 0 0 0,0 0 0 0 0,-1-1 0 0 0,0 1 0 0 0,0-1-1 0 0,0 1 1 0 0,0-1 0 0 0,0 1 0 0 0,-1-6 0 0 0,0-6 204 0 0,-1 0 0 0 0,-1-1-1 0 0,0 1 1 0 0,-1 0 0 0 0,0 0 0 0 0,-8-17-1 0 0,2 1-250 0 0,9 29 17 0 0,-1 0 1 0 0,0 0 0 0 0,0 0-1 0 0,0 0 1 0 0,0 0-1 0 0,0 0 1 0 0,0 0-1 0 0,0 1 1 0 0,-1-1-1 0 0,1 0 1 0 0,-1 1 0 0 0,1-1-1 0 0,-1 1 1 0 0,-3-3-1 0 0,4 3-6 0 0,0 0 0 0 0,0 0-1 0 0,-1 1 1 0 0,1-1 0 0 0,0 0 0 0 0,-1 1-1 0 0,1-1 1 0 0,0 1 0 0 0,-1-1-1 0 0,1 1 1 0 0,-1 0 0 0 0,1-1 0 0 0,-1 1-1 0 0,1 0 1 0 0,-1 0 0 0 0,1 0-1 0 0,0 0 1 0 0,-1 1 0 0 0,1-1 0 0 0,-2 0-1 0 0,-1 1-11 0 0,-14 4-317 0 0,12 0-2998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12.2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19 2271 0 0,'0'0'1086'0'0,"-5"-9"4463"0"0,4 8-4816 0 0,-1 0 0 0 0,1 0 0 0 0,-1 0-1 0 0,0 0 1 0 0,1 0 0 0 0,-1 0 0 0 0,0 1 0 0 0,0-1-1 0 0,1 0 1 0 0,-1 1 0 0 0,-2-1 0 0 0,-8 2-786 0 0,11-1 323 0 0,-1 2-200 0 0,0 0 0 0 0,0 0 0 0 0,0 0 0 0 0,1 0 0 0 0,-1 0 0 0 0,-1 4 0 0 0,0-1-25 0 0,1 0 1 0 0,0 0-1 0 0,0 1 0 0 0,0-1 0 0 0,1 1 0 0 0,-2 8 0 0 0,-1 38 6 0 0,2-34-42 0 0,0 19-13 0 0,-8 234-45 0 0,11-263 41 0 0,0 0 1 0 0,0 1-1 0 0,1-1 1 0 0,-1 0 0 0 0,2 0-1 0 0,-1 0 1 0 0,1 0-1 0 0,1 0 1 0 0,7 13-1 0 0,-10-20 8 0 0,0 0 0 0 0,0 0 0 0 0,1 0 0 0 0,-1 0 0 0 0,0 0 0 0 0,0 0 0 0 0,1 0 0 0 0,-1-1 0 0 0,0 1 0 0 0,1-1 0 0 0,-1 1 0 0 0,1-1 0 0 0,-1 1 0 0 0,1-1 0 0 0,-1 0 0 0 0,1 0 0 0 0,-1 1 0 0 0,1-1 0 0 0,-1 0 0 0 0,1-1 0 0 0,-1 1 0 0 0,1 0 0 0 0,-1 0 0 0 0,1-1 0 0 0,-1 1 0 0 0,1 0 0 0 0,0-2 0 0 0,7 0 0 0 0,-1-1 0 0 0,0-1 0 0 0,9-4 0 0 0,-6 2 6 0 0,70-41-65 0 0,-70 39-248 0 0,-1 0 1 0 0,1 0-1 0 0,-2-1 1 0 0,1 0 0 0 0,9-12-1 0 0,-9 7-5729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12.3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 1807 0 0,'0'0'176'0'0,"8"2"-176"0"0,6-4 0 0 0,-3 0 128 0 0,3 0 8 0 0,1 0 0 0 0,3 0 0 0 0,-1-2 112 0 0,1 0 16 0 0,1-2 8 0 0,-3 3 0 0 0,1 1-272 0 0,0-2 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12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1 1351 0 0,'0'0'670'0'0,"-2"1"-64"0"0,-5 4-134 0 0,0 0-1 0 0,0 1 1 0 0,1-1-1 0 0,-1 2 0 0 0,2-1 1 0 0,-1 1-1 0 0,0 0 0 0 0,1 0 1 0 0,1 0-1 0 0,-1 1 0 0 0,1 0 1 0 0,0 0-1 0 0,1 0 1 0 0,0 0-1 0 0,0 1 0 0 0,1-1 1 0 0,0 1-1 0 0,-1 14 0 0 0,0-1-156 0 0,2-16-283 0 0,0 0 0 0 0,1 0 0 0 0,-1 0 0 0 0,2 1 0 0 0,0 10 0 0 0,-1-16-23 0 0,0 0 1 0 0,1 1-1 0 0,-1-1 0 0 0,1 1 0 0 0,-1-1 1 0 0,1 0-1 0 0,-1 1 0 0 0,1-1 0 0 0,0 0 1 0 0,-1 0-1 0 0,1 0 0 0 0,0 0 0 0 0,0 1 1 0 0,0-1-1 0 0,0 0 0 0 0,0 0 1 0 0,0-1-1 0 0,0 1 0 0 0,1 0 0 0 0,-1 0 1 0 0,0 0-1 0 0,3 0 0 0 0,-1 0 93 0 0,0 0 0 0 0,1 0 0 0 0,-1-1 0 0 0,1 1 0 0 0,-1-1 0 0 0,6 0 0 0 0,1 0 248 0 0,-4 0 79 0 0,-1 0 0 0 0,0 0 1 0 0,0 0-1 0 0,0 0 0 0 0,6-2 0 0 0,-8 1-237 0 0,-1 1 0 0 0,0-1-1 0 0,0 0 1 0 0,0 0 0 0 0,0 0 0 0 0,0 0 0 0 0,0 0-1 0 0,0 0 1 0 0,0-1 0 0 0,-1 1 0 0 0,1-1 0 0 0,0 1-1 0 0,2-3 1 0 0,-4 3-162 0 0,1 0-1 0 0,-1-1 1 0 0,1 1-1 0 0,-1 0 1 0 0,1 0-1 0 0,-1 0 1 0 0,1 0-1 0 0,-1-1 1 0 0,0 1-1 0 0,0 0 1 0 0,0 0-1 0 0,0-1 1 0 0,0 1-1 0 0,0 0 1 0 0,0 0-1 0 0,0-1 1 0 0,0 1 0 0 0,-1-2-1 0 0,0 0-7 0 0,1 1 0 0 0,-1-1 0 0 0,0 1 0 0 0,0 0 0 0 0,-1-1 0 0 0,1 1 0 0 0,-2-3 1 0 0,0 1-26 0 0,0 0 0 0 0,-1 0 0 0 0,1 1 1 0 0,-1-1-1 0 0,0 1 0 0 0,0 0 0 0 0,0-1 1 0 0,0 2-1 0 0,-1-1 0 0 0,1 0 0 0 0,-1 1 1 0 0,1 0-1 0 0,-1 0 0 0 0,0 1 1 0 0,0-1-1 0 0,0 1 0 0 0,0 0 0 0 0,0 0 1 0 0,-7 0-1 0 0,10 1-977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13.0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16 2271 0 0,'0'0'102'0'0,"-20"-4"2092"0"0,19 4-1998 0 0,1 1 0 0 0,0-1 0 0 0,-1 0 0 0 0,1 0 0 0 0,-1 0 0 0 0,1 0 0 0 0,0 1 0 0 0,-1-1 0 0 0,1 0 0 0 0,0 0 0 0 0,-1 1 0 0 0,1-1 0 0 0,0 0 0 0 0,0 1 0 0 0,-1-1 0 0 0,1 0 0 0 0,0 1 0 0 0,0-1 0 0 0,0 0 0 0 0,-1 1 0 0 0,1-1 0 0 0,0 0 0 0 0,0 1 0 0 0,0-1 0 0 0,0 1 0 0 0,0-1 0 0 0,0 0 0 0 0,0 1 0 0 0,10 2 1260 0 0,21-5-1478 0 0,-29 1 432 0 0,52-8 1229 0 0,0 0-1369 0 0,-17 6-4047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13.6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217 57 599 0 0,'0'0'2026'0'0,"-15"-4"518"0"0,-40-28 4885 0 0,48 29-6765 0 0,0-1 0 0 0,0 2 0 0 0,0-1 0 0 0,0 0 0 0 0,0 1 0 0 0,-14-2 0 0 0,18 4-639 0 0,0 0 1 0 0,0 0-1 0 0,0 0 0 0 0,0 1 1 0 0,0-1-1 0 0,0 1 1 0 0,0 0-1 0 0,0-1 0 0 0,1 1 1 0 0,-1 0-1 0 0,0 1 1 0 0,1-1-1 0 0,-1 0 0 0 0,0 1 1 0 0,1 0-1 0 0,0-1 1 0 0,-1 1-1 0 0,1 0 0 0 0,0 0 1 0 0,-2 3-1 0 0,0-1-42 0 0,2 1 0 0 0,-1 0 0 0 0,0-1 0 0 0,1 1 0 0 0,0 0 0 0 0,0 0-1 0 0,0 0 1 0 0,1 1 0 0 0,-1-1 0 0 0,1 0 0 0 0,1 1 0 0 0,-1-1 0 0 0,1 6 0 0 0,0 1-19 0 0,0 0 0 0 0,1-1 0 0 0,0 1 0 0 0,1 0 0 0 0,3 11 1 0 0,-4-20 16 0 0,0 0-1 0 0,-1 0 1 0 0,1 0 0 0 0,0-1 0 0 0,1 1 0 0 0,-1 0 0 0 0,1-1 0 0 0,-1 1 0 0 0,1-1 0 0 0,0 1 0 0 0,-1-1 0 0 0,1 0 0 0 0,0 0 0 0 0,1 0 0 0 0,-1 0 0 0 0,0 0 0 0 0,1 0 0 0 0,-1-1-1 0 0,1 1 1 0 0,-1-1 0 0 0,1 0 0 0 0,0 1 0 0 0,-1-1 0 0 0,1 0 0 0 0,0-1 0 0 0,0 1 0 0 0,0 0 0 0 0,0-1 0 0 0,0 0 0 0 0,0 0 0 0 0,0 0 0 0 0,0 0 0 0 0,3 0 0 0 0,0-1 6 0 0,-1 0 0 0 0,0 0 0 0 0,0-1 0 0 0,0 0 0 0 0,0 0 0 0 0,0 0 0 0 0,0 0 0 0 0,5-4 0 0 0,-7 4 29 0 0,-1 0-1 0 0,0 0 0 0 0,0 0 1 0 0,0-1-1 0 0,0 1 0 0 0,0 0 1 0 0,0-1-1 0 0,-1 1 0 0 0,1-1 1 0 0,-1 0-1 0 0,0 0 0 0 0,1 1 1 0 0,-1-1-1 0 0,-1 0 1 0 0,2-5-1 0 0,-1 2 13 0 0,4-12 293 0 0,-5 18-319 0 0,0 0 1 0 0,0 0 0 0 0,0 0 0 0 0,0 0-1 0 0,0 0 1 0 0,0 0 0 0 0,0 0-1 0 0,0 0 1 0 0,0 0 0 0 0,1 0 0 0 0,-1 0-1 0 0,0 0 1 0 0,0 0 0 0 0,0 0-1 0 0,0 0 1 0 0,0 0 0 0 0,0 0 0 0 0,0 0-1 0 0,0 0 1 0 0,0 0 0 0 0,0 0-1 0 0,0 0 1 0 0,0 0 0 0 0,0 0-1 0 0,1 0 1 0 0,-1 0 0 0 0,0 0 0 0 0,0 0-1 0 0,0 0 1 0 0,0 0 0 0 0,0 0-1 0 0,0 0 1 0 0,0 0 0 0 0,0 0 0 0 0,0 0-1 0 0,0 0 1 0 0,0 0 0 0 0,0 0-1 0 0,0 0 1 0 0,0 0 0 0 0,0 0 0 0 0,0 0-1 0 0,0 0 1 0 0,0 0 0 0 0,0 1-1 0 0,1-1 1 0 0,-1 0 0 0 0,0 0 0 0 0,0 0-1 0 0,0 0 1 0 0,0 0 0 0 0,0 0-1 0 0,0 0 1 0 0,0 0 0 0 0,0 0 0 0 0,0 0-1 0 0,0 0 1 0 0,0 1 0 0 0,3 11 65 0 0,0 15-97 0 0,-1 0 1 0 0,0 0-1 0 0,-3 0 0 0 0,-6 53 0 0 0,-4-18-11 0 0,-3 23-24 0 0,13-82 64 0 0,-1 11 0 0 0,3-9-10 0 0,0-4-44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14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6 2271 0 0,'-2'0'167'0'0,"-22"-3"1171"0"0,0 1-1 0 0,-26 1 1 0 0,41 2-356 0 0,7-1 347 0 0,-7 0-752 0 0,1 1 1 0 0,-1 0-1 0 0,0 1 1 0 0,0 0-1 0 0,1 1 1 0 0,-1 0-1 0 0,1 0 0 0 0,0 1 1 0 0,0 0-1 0 0,0 0 1 0 0,0 1-1 0 0,1 0 0 0 0,0 0 1 0 0,-9 9-1 0 0,10-9-583 0 0,1 1-1 0 0,0-1 1 0 0,0 1-1 0 0,1 0 1 0 0,0 1-1 0 0,0-1 1 0 0,0 1-1 0 0,1 0 1 0 0,0 0-1 0 0,0 0 1 0 0,0 0-1 0 0,1 0 0 0 0,1 1 1 0 0,-1-1-1 0 0,1 1 1 0 0,0-1-1 0 0,1 15 1 0 0,0-19-6 0 0,0 0 1 0 0,1 0-1 0 0,-1-1 0 0 0,1 1 0 0 0,-1 0 1 0 0,1 0-1 0 0,0-1 0 0 0,0 1 1 0 0,0 0-1 0 0,1-1 0 0 0,-1 1 1 0 0,1-1-1 0 0,-1 1 0 0 0,1-1 0 0 0,0 0 1 0 0,0 0-1 0 0,4 4 0 0 0,-3-4 6 0 0,0 0-1 0 0,1 0 0 0 0,-1 0 0 0 0,1-1 0 0 0,0 1 0 0 0,-1-1 1 0 0,1 0-1 0 0,0 0 0 0 0,0 0 0 0 0,0-1 0 0 0,6 1 1 0 0,4-1 5 0 0,-1-1 0 0 0,1 0 0 0 0,-1-1 0 0 0,0 0 0 0 0,0-1 0 0 0,21-8 0 0 0,-26 8 3 0 0,-1 0 1 0 0,1 0-1 0 0,-1-1 0 0 0,0 0 0 0 0,0 0 0 0 0,-1-1 0 0 0,1 0 0 0 0,9-9 1 0 0,-13 10 60 0 0,0 1 0 0 0,0-1 0 0 0,0 0 1 0 0,-1 0-1 0 0,1 0 0 0 0,-1-1 1 0 0,0 1-1 0 0,0-1 0 0 0,0 1 0 0 0,-1-1 1 0 0,1 1-1 0 0,-1-1 0 0 0,0 0 1 0 0,-1 0-1 0 0,1-9 0 0 0,-1 10-14 0 0,0 0 0 0 0,0-1 0 0 0,-1 1 0 0 0,0 0 0 0 0,1 0 0 0 0,-2-1-1 0 0,1 1 1 0 0,0 0 0 0 0,-1 0 0 0 0,0 0 0 0 0,1 0 0 0 0,-2 0 0 0 0,1 1 0 0 0,0-1 0 0 0,-1 1-1 0 0,0-1 1 0 0,1 1 0 0 0,-1 0 0 0 0,-1 0 0 0 0,1 0 0 0 0,0 0 0 0 0,-1 1 0 0 0,1-1 0 0 0,-1 1-1 0 0,0 0 1 0 0,0 0 0 0 0,0 1 0 0 0,0-1 0 0 0,-4-1 0 0 0,-6 0-277 0 0,0 0-1 0 0,1 0 1 0 0,-1 2 0 0 0,0 0 0 0 0,-24 0 0 0 0,6 1-6270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15.2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0 189 2527 0 0,'0'0'174'0'0,"2"0"-201"0"0,106 6-40 0 0,3-1 67 0 0,97 2 12 0 0,1095-25 3747 0 0,-804 8-2144 0 0,1393-71-137 0 0,-1037-4-1146 0 0,-852 85-310 0 0,6-1 216 0 0,0-1 0 0 0,0 1 0 0 0,15-6 0 0 0,-22 6 222 0 0,-43 1 2577 0 0,-76 2-773 0 0,100 0-2217 0 0,1 0 1 0 0,-1 1-1 0 0,1 1 1 0 0,-30 10-1 0 0,43-13 7 0 0,-3 3-56 0 0,3-2-62 0 0,-12 12-339 0 0,9-8 226 0 0,-5 2-63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16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269 62 287 0 0,'0'-2'642'0'0,"0"-15"3972"0"0,0 15-3774 0 0,-1 0 135 0 0,-1-1-554 0 0,0 0 0 0 0,0 0 0 0 0,-1 1 0 0 0,1-1 0 0 0,-1 0 0 0 0,0 1 0 0 0,0 0 0 0 0,0-1 0 0 0,0 1 0 0 0,0 0 0 0 0,0 1 0 0 0,-1-1 1 0 0,1 1-1 0 0,0-1 0 0 0,-1 1 0 0 0,0 0 0 0 0,1 0 0 0 0,-1 0 0 0 0,1 1 0 0 0,-1-1 0 0 0,0 1 0 0 0,-5 0 0 0 0,8 0-133 0 0,-37 13 780 0 0,37-12-883 0 0,-13 14 77 0 0,4-3-161 0 0,-20 17 0 0 0,22-20-85 0 0,0 0 0 0 0,1 1 0 0 0,0-1 0 0 0,1 1 0 0 0,0 1 0 0 0,1-1 0 0 0,-8 21 0 0 0,5-9-43 0 0,1 0 0 0 0,1 1 0 0 0,1 0 0 0 0,1 0 0 0 0,1 1 0 0 0,0 36 0 0 0,3-56 20 0 0,0 1 1 0 0,0-1-1 0 0,1 1 0 0 0,0-1 1 0 0,0 0-1 0 0,0 0 0 0 0,1 0 1 0 0,-1 1-1 0 0,3 3 0 0 0,2-1 7 0 0,-1-4-6 0 0,-1-1 0 0 0,0 1 0 0 0,1-1 1 0 0,-1 0-1 0 0,1-1 0 0 0,0 1 0 0 0,0-1 0 0 0,0 0 0 0 0,7 1 0 0 0,6 0 0 0 0,22-1-1 0 0,74-3 7 0 0,-106 1 0 0 0,-6 1 13 0 0,0 0 0 0 0,0-1-1 0 0,0 1 1 0 0,0-1 0 0 0,0 0-1 0 0,0 0 1 0 0,0 0 0 0 0,0 0 0 0 0,0 0-1 0 0,-1 0 1 0 0,1 0 0 0 0,0 0-1 0 0,-1-1 1 0 0,1 1 0 0 0,-1 0 0 0 0,3-4-1 0 0,-1 1-8 0 0,3-3 4 0 0,0-1-1 0 0,-1 0 1 0 0,1 0 0 0 0,-2 0-1 0 0,1-1 1 0 0,-1 0-1 0 0,-1 0 1 0 0,1 0-1 0 0,-1 0 1 0 0,-1-1 0 0 0,0 1-1 0 0,0-1 1 0 0,-1 1-1 0 0,0-1 1 0 0,-1 0-1 0 0,0 1 1 0 0,-1-1 0 0 0,-1-10-1 0 0,0 1 185 0 0,-9-31 0 0 0,9 44-135 0 0,0-1-1 0 0,-1 1 1 0 0,0-1-1 0 0,0 1 1 0 0,0 0-1 0 0,-1 0 1 0 0,-8-10-1 0 0,-13-8 155 0 0,20 21-226 0 0,0-2 0 0 0,1 1 0 0 0,-1 0 0 0 0,-7-11 0 0 0,1-1 15 0 0,3 4-10 0 0,8 11-60 0 0,0 3-348 0 0,0 0 295 0 0,1 0-1 0 0,-1 0 1 0 0,1 0 0 0 0,-1 0-1 0 0,1-1 1 0 0,0 1-1 0 0,1 2 1 0 0,3 6-784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17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97 2527 0 0,'0'-2'187'0'0,"-2"-24"104"0"0,1-15 1726 0 0,7 13 12562 0 0,-11 43-14479 0 0,1-6-68 0 0,1 3-31 0 0,0 0 1 0 0,2 1-1 0 0,-1 0 1 0 0,1-1-1 0 0,1 1 1 0 0,2 17-1 0 0,-2 32-1 0 0,-5 62 0 0 0,3-50 0 0 0,1-62-6 0 0,1 0 0 0 0,0 0 0 0 0,0 0 0 0 0,2 0-1 0 0,0 0 1 0 0,0 0 0 0 0,1-1 0 0 0,0 1 0 0 0,1-1 0 0 0,0 0 0 0 0,1 0-1 0 0,7 12 1 0 0,0-3 6 0 0,-9-14 0 0 0,0-1 0 0 0,1 0 0 0 0,-1 0 0 0 0,1 0 0 0 0,0 0 0 0 0,0 0 0 0 0,6 3 0 0 0,-6-4-19 0 0,1-1 0 0 0,-1 1 0 0 0,1-1 1 0 0,0 0-1 0 0,0-1 0 0 0,0 1 0 0 0,1-1 0 0 0,-1 0 0 0 0,6 1 0 0 0,-8-3-47 0 0,0 1 0 0 0,0-1 0 0 0,0 0 0 0 0,0 0-1 0 0,0 0 1 0 0,0 0 0 0 0,-1-1 0 0 0,1 1 0 0 0,0-1 0 0 0,0 0 0 0 0,0 0-1 0 0,-1 0 1 0 0,1 0 0 0 0,0 0 0 0 0,-1 0 0 0 0,1-1 0 0 0,-1 0-1 0 0,1 1 1 0 0,3-4 0 0 0,-5 4 38 0 0,6-5-407 0 0,0-1-1 0 0,0 1 1 0 0,0-1-1 0 0,0-1 1 0 0,-1 1 0 0 0,6-11-1 0 0,-4 2-488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17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97 1583 0 0,'0'0'536'0'0,"1"-1"-328"0"0,19-11 370 0 0,1 0-1 0 0,-1 1 1 0 0,42-14-1 0 0,-39 16-168 0 0,31-12-81 0 0,-38 15-383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17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1 1583 0 0,'0'0'236'0'0,"-2"1"290"0"0,-13 7 792 0 0,0 0 1 0 0,1 1-1 0 0,1 1 0 0 0,-18 16 1 0 0,29-24-1216 0 0,0 1 0 0 0,0 0 0 0 0,0 0 0 0 0,1-1 0 0 0,0 1 0 0 0,-1 0 0 0 0,1 0 0 0 0,0 1 0 0 0,0-1 0 0 0,1 0 0 0 0,-1 0 0 0 0,1 0 0 0 0,-1 0 0 0 0,1 1 0 0 0,0-1 0 0 0,1 4 0 0 0,-1 2-44 0 0,1 0 1 0 0,1-1 0 0 0,-1 1-1 0 0,6 15 1 0 0,-5-17-47 0 0,1-1 1 0 0,-1 0-1 0 0,1 0 0 0 0,0 0 1 0 0,7 9-1 0 0,-9-13-15 0 0,1 0 0 0 0,0-1 1 0 0,-1 1-1 0 0,1-1 0 0 0,0 1 1 0 0,0-1-1 0 0,0 0 0 0 0,0 1 0 0 0,0-1 1 0 0,1 0-1 0 0,-1 0 0 0 0,0-1 0 0 0,0 1 1 0 0,1 0-1 0 0,-1-1 0 0 0,0 0 1 0 0,1 1-1 0 0,-1-1 0 0 0,4 0 0 0 0,-1 0 215 0 0,0-1-1 0 0,0 0 1 0 0,0 0 0 0 0,0 0-1 0 0,-1 0 1 0 0,1-1-1 0 0,0 0 1 0 0,-1 0-1 0 0,1 0 1 0 0,-1 0 0 0 0,0-1-1 0 0,0 1 1 0 0,0-1-1 0 0,0 0 1 0 0,4-5 0 0 0,-1 2 283 0 0,-1-2 0 0 0,1 1 0 0 0,-1-1 0 0 0,-1 0 0 0 0,1 0 0 0 0,6-15 0 0 0,-10 20-433 0 0,-1 0 1 0 0,0 0 0 0 0,0 0-1 0 0,-1 0 1 0 0,1 0-1 0 0,-1 0 1 0 0,1 1 0 0 0,-1-1-1 0 0,0 0 1 0 0,0 0 0 0 0,0 0-1 0 0,0 0 1 0 0,-1 0 0 0 0,1 0-1 0 0,-1 0 1 0 0,0 0 0 0 0,1 0-1 0 0,-1 0 1 0 0,-1 0 0 0 0,1 1-1 0 0,0-1 1 0 0,-4-4 0 0 0,3 5-52 0 0,0 1 0 0 0,0-1 0 0 0,0 1 0 0 0,0-1 0 0 0,-1 1 0 0 0,1 0 0 0 0,-1 0 0 0 0,1 0 0 0 0,-1 0 0 0 0,1 0 0 0 0,-6 0 0 0 0,1-1-6 0 0,0 0-58 0 0,0 1-1 0 0,0 0 1 0 0,-12-1 0 0 0,1 2-3029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19.5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2095 0 0,'0'0'9472'0'0,"2"0"-9398"0"0,27-1-84 0 0,-3 1-54 0 0,39 3 0 0 0,-59-1-1000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20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94 3999 0 0,'0'0'183'0'0,"1"-2"86"0"0,10-9 1318 0 0,0-1-1 0 0,0 2 1 0 0,1 0-1 0 0,0 0 1 0 0,1 1-1 0 0,0 0 1 0 0,25-11 1510 0 0,-33 25-3065 0 0,-1 0 0 0 0,1 1 0 0 0,-1 0 0 0 0,0 0 0 0 0,-1 0 0 0 0,0 0 0 0 0,0 1 1 0 0,0-1-1 0 0,-1 1 0 0 0,1-1 0 0 0,-2 1 0 0 0,1 0 0 0 0,-1 0 0 0 0,0 0 0 0 0,0 8 0 0 0,6 25-32 0 0,-4-30 0 0 0,-1 0 0 0 0,-1 0 0 0 0,1 12 0 0 0,-2-13 1 0 0,0 1 0 0 0,0-1 0 0 0,-1 1 0 0 0,-1-1-1 0 0,0 0 1 0 0,-4 13 0 0 0,4-18-6 0 0,0 1 0 0 0,0-1 1 0 0,0 0-1 0 0,-1 0 0 0 0,1 0 0 0 0,-1 0 0 0 0,-1-1 0 0 0,1 1 1 0 0,0-1-1 0 0,-1 1 0 0 0,1-1 0 0 0,-1 0 0 0 0,0-1 0 0 0,-6 4 1 0 0,-2 0-56 0 0,0 0 1 0 0,1-1 0 0 0,-2-1-1 0 0,1 0 1 0 0,0-1 0 0 0,-1 0 0 0 0,1-1-1 0 0,-1-1 1 0 0,0 1 0 0 0,0-2-1 0 0,0 0 1 0 0,-16-2 0 0 0,21 0 62 0 0,8 1 1 0 0,-1 0 0 0 0,1 0 0 0 0,0 0 0 0 0,0 0 0 0 0,-1-1 1 0 0,1 1-1 0 0,0 0 0 0 0,0 0 0 0 0,0 0 0 0 0,1 0 0 0 0,-1 0 1 0 0,0-1-1 0 0,0 1 0 0 0,1 0 0 0 0,0-1 0 0 0,0-1-4 0 0,0 0 0 0 0,0 1 0 0 0,1-1 0 0 0,0 1 0 0 0,-1-1 0 0 0,1 1 0 0 0,0 0 0 0 0,0 0 0 0 0,0 0 0 0 0,0 0 0 0 0,1 0 0 0 0,-1 0 0 0 0,1 0 0 0 0,-1 1 0 0 0,1-1 0 0 0,-1 1 0 0 0,1 0 0 0 0,0 0 0 0 0,0 0 0 0 0,4-1 0 0 0,-3 1 0 0 0,0 0 0 0 0,0 0 0 0 0,1 0 0 0 0,-1 1 0 0 0,0 0 0 0 0,1 0 0 0 0,-1 0 0 0 0,0 1 0 0 0,0-1 0 0 0,0 1 0 0 0,1 0 0 0 0,-1 0 0 0 0,7 3 0 0 0,-9-3 0 0 0,0 0 0 0 0,0-1 0 0 0,0 1 0 0 0,0 0 0 0 0,0 0 0 0 0,0 0 0 0 0,-1 1 0 0 0,1-1 0 0 0,0 0 0 0 0,-1 1 0 0 0,1-1 0 0 0,-1 1 0 0 0,0-1 0 0 0,2 3 0 0 0,2 2 0 0 0,10 10 0 0 0,-2-2 0 0 0,0-1 0 0 0,1-1 0 0 0,0 0 0 0 0,0-1 0 0 0,28 16 0 0 0,0-4-74 0 0,-41-22-17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20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61 143 0 0,'-1'-1'70'0'0,"-1"1"-1"0"0,1 0 0 0 0,-1-1 0 0 0,1 1 0 0 0,0-1 0 0 0,-1 1 1 0 0,1-1-1 0 0,-1 0 0 0 0,1 1 0 0 0,0-1 0 0 0,0 0 0 0 0,-1 0 1 0 0,1 0-1 0 0,0 0 0 0 0,0 0 0 0 0,-1-2 0 0 0,-4-3 3629 0 0,6 6-3599 0 0,0-1 0 0 0,0 1 0 0 0,0 0 0 0 0,0-1 0 0 0,0 1 0 0 0,0 0-1 0 0,0-1 1 0 0,0 1 0 0 0,0-1 0 0 0,0 1 0 0 0,0 0 0 0 0,0-1 0 0 0,1 1 0 0 0,-1 0 0 0 0,0-1 0 0 0,0 1 0 0 0,0 0 0 0 0,0-1 0 0 0,1 1 0 0 0,-1 0 0 0 0,0-1 0 0 0,0 1 0 0 0,1 0 0 0 0,-1 0 0 0 0,0-1 0 0 0,0 1 0 0 0,1 0 0 0 0,-1 0 0 0 0,0-1 0 0 0,1 1 0 0 0,-1 0 0 0 0,1 0 0 0 0,12-9 1403 0 0,-12 9-1434 0 0,4-3 446 0 0,1 0 1 0 0,0 0-1 0 0,0 1 1 0 0,0 0-1 0 0,0 0 0 0 0,0 1 1 0 0,9-2-1 0 0,3 1 1194 0 0,22 1-1 0 0,-30 1-1347 0 0,-9 1-300 0 0,1-1 1 0 0,-1 0-1 0 0,1 0 0 0 0,-1 0 0 0 0,1 1 0 0 0,-1-1 0 0 0,1 0 1 0 0,-1 1-1 0 0,1 0 0 0 0,-1-1 0 0 0,0 1 0 0 0,1 0 0 0 0,-1 0 1 0 0,0-1-1 0 0,0 1 0 0 0,0 0 0 0 0,0 0 0 0 0,0 1 0 0 0,0-1 1 0 0,0 0-1 0 0,0 0 0 0 0,0 0 0 0 0,0 1 0 0 0,0-1 0 0 0,-1 0 0 0 0,1 1 1 0 0,0-1-1 0 0,-1 0 0 0 0,1 3 0 0 0,1 4-4 0 0,0 1 0 0 0,-1-1 0 0 0,0 1 0 0 0,0 9 0 0 0,0 5 6 0 0,4 6-49 0 0,-1 0 0 0 0,-2-1 0 0 0,-1 1 0 0 0,-1 0 0 0 0,-2 0 0 0 0,0 0 0 0 0,-2 0 0 0 0,-13 46 0 0 0,14-65-13 0 0,1 1 0 0 0,0-1 0 0 0,-1 12 0 0 0,-5 34 0 0 0,8-38-12 0 0,-2-11-36 0 0,1-1 18 0 0,0-4-58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20.8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68 775 0 0,'5'-8'112'0'0,"-1"4"120"0"0,0-1 0 0 0,1 1 0 0 0,0 0 0 0 0,0 0 0 0 0,0 0 0 0 0,0 1 0 0 0,1 0 0 0 0,0 0 0 0 0,-1 0 0 0 0,1 1-1 0 0,0 0 1 0 0,0 0 0 0 0,8-2 0 0 0,8 0 1490 0 0,1 0 1 0 0,28 0-1 0 0,18 3-101 0 0,-38 1-4821 0 0,-18 0-123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41:21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241 66 3999 0 0,'0'0'183'0'0,"-2"0"-10"0"0,-6-1 360 0 0,-1 0-1 0 0,0 0 1 0 0,-14 1-1 0 0,10 1 1180 0 0,-1 1 1 0 0,1 0-1 0 0,0 1 0 0 0,0 0 0 0 0,0 1 0 0 0,-24 11 0 0 0,35-14-740 0 0,-11 16-232 0 0,9-11-685 0 0,2-5-40 0 0,1 1 0 0 0,0 0 0 0 0,-1 0-1 0 0,1 0 1 0 0,0 1 0 0 0,0-1-1 0 0,1 0 1 0 0,-2 5 0 0 0,-6 18 50 0 0,-4 32 0 0 0,4-17-82 0 0,4-21-31 0 0,0 0-1 0 0,1 0 0 0 0,0 1 1 0 0,2-1-1 0 0,1 28 0 0 0,0-45 48 0 0,0-1-1 0 0,0 1 0 0 0,1-1 1 0 0,-1 1-1 0 0,0-1 0 0 0,1 0 1 0 0,-1 1-1 0 0,1-1 0 0 0,0 1 1 0 0,-1-1-1 0 0,1 0 0 0 0,0 1 1 0 0,0-1-1 0 0,0 0 0 0 0,0 0 1 0 0,0 0-1 0 0,0 0 1 0 0,0 0-1 0 0,0 0 0 0 0,0 0 1 0 0,0 0-1 0 0,1 0 0 0 0,-1 0 1 0 0,0-1-1 0 0,1 1 0 0 0,-1 0 1 0 0,1-1-1 0 0,2 1 0 0 0,-1 0 1 0 0,1-1-1 0 0,0 1 0 0 0,0-1 0 0 0,-1 0 0 0 0,1-1 1 0 0,0 1-1 0 0,-1 0 0 0 0,8-3 0 0 0,-3 0 2 0 0,1 0-1 0 0,-1-1 1 0 0,0 0-1 0 0,0-1 1 0 0,-1 1-1 0 0,1-1 1 0 0,-1-1-1 0 0,0 0 1 0 0,8-9 0 0 0,7-7 29 0 0,24-35 0 0 0,-27 32 90 0 0,27-49 1 0 0,-40 65-71 0 0,-2-1 0 0 0,1 0 0 0 0,-2 0 0 0 0,1 0 1 0 0,-1 0-1 0 0,-1-1 0 0 0,0 1 0 0 0,0-1 0 0 0,0-11 0 0 0,-2 18-84 0 0,0 1 0 0 0,0-1 0 0 0,0 1-1 0 0,-1-1 1 0 0,1 1 0 0 0,-1-1 0 0 0,0 1 0 0 0,0-1 0 0 0,0 1-1 0 0,0 0 1 0 0,-1-1 0 0 0,0 1 0 0 0,1 0 0 0 0,-1 0 0 0 0,0 0-1 0 0,0 0 1 0 0,0 1 0 0 0,-1-1 0 0 0,1 0 0 0 0,-1 1-1 0 0,0 0 1 0 0,1 0 0 0 0,-1-1 0 0 0,0 2 0 0 0,0-1 0 0 0,0 0-1 0 0,-1 1 1 0 0,1-1 0 0 0,0 1 0 0 0,0 0 0 0 0,-1 0 0 0 0,1 0-1 0 0,-7 0 1 0 0,-9-1-7025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0:57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146 160 1583 0 0,'0'0'2384'0'0,"0"-2"-1874"0"0,1-1-394 0 0,3-7 777 0 0,1 0 1 0 0,0 0 0 0 0,6-10-1 0 0,-10 19 94 0 0,16-24 3274 0 0,-9 9-2805 0 0,-8 14-1000 0 0,10-19 2256 0 0,-10 19-2591 0 0,1 0 1 0 0,-1 0-1 0 0,1 0 0 0 0,-1 0 0 0 0,0 0 0 0 0,1 0 0 0 0,-1 0 0 0 0,0 0 0 0 0,-1 1 1 0 0,1-1-1 0 0,0 0 0 0 0,0 0 0 0 0,-2-3 0 0 0,1 4-92 0 0,-1 0 1 0 0,1 0-1 0 0,-1 0 0 0 0,1 0 0 0 0,-1 0 0 0 0,0 0 0 0 0,1 1 1 0 0,-1-1-1 0 0,0 1 0 0 0,0-1 0 0 0,1 1 0 0 0,-1 0 0 0 0,0 0 1 0 0,0-1-1 0 0,0 1 0 0 0,-2 1 0 0 0,-3 0 19 0 0,0 1 0 0 0,0 0 0 0 0,0 0 0 0 0,0 1 0 0 0,-6 3 0 0 0,3-1 32 0 0,7-3-64 0 0,0 0 0 0 0,1 0 0 0 0,-1 0 0 0 0,1 0 0 0 0,-1 0 0 0 0,1 0 0 0 0,-3 5 0 0 0,-1 0 8 0 0,2-3-20 0 0,-1 1 0 0 0,2 0 0 0 0,-1 0 0 0 0,1 1 0 0 0,-1-1 0 0 0,1 1 0 0 0,1 0 0 0 0,-3 5 0 0 0,-1 9 30 0 0,-4 22-1 0 0,-6 17 0 0 0,10-39-33 0 0,1 0 0 0 0,0 1 0 0 0,1 0 0 0 0,-1 28 0 0 0,6 85 0 0 0,0-117 0 0 0,0 0 0 0 0,8 30 0 0 0,-7-39 0 0 0,0-1 0 0 0,1 0 0 0 0,-1 0 0 0 0,2 0 0 0 0,-1 0 0 0 0,1-1 0 0 0,0 0 0 0 0,9 11 0 0 0,-8-11 0 0 0,0-1 0 0 0,0 0 0 0 0,1-1 0 0 0,-1 0 0 0 0,1 1 0 0 0,0-2 0 0 0,0 1 0 0 0,1-1 0 0 0,-1 0 0 0 0,13 4 0 0 0,-6-4 0 0 0,0 0 0 0 0,0-1 0 0 0,0 0 0 0 0,25-1 0 0 0,-28-1-4 0 0,1 1-2 0 0,0-1 1 0 0,0 0-1 0 0,0-1 1 0 0,0-1-1 0 0,0 0 1 0 0,0 0-1 0 0,-1-1 0 0 0,1 0 1 0 0,17-8-1 0 0,-27 11 6 0 0,-1 0-1 0 0,1-1 1 0 0,0 1-1 0 0,0 0 0 0 0,-1 0 1 0 0,1-1-1 0 0,0 1 1 0 0,-1 0-1 0 0,1-1 1 0 0,-1 1-1 0 0,1-1 1 0 0,0 1-1 0 0,-1 0 1 0 0,1-1-1 0 0,-1 0 0 0 0,1 1 1 0 0,-1-1-1 0 0,0 1 1 0 0,1-1-1 0 0,0 0 1 0 0,0-2-1 0 0,-1 3 1 0 0,1-1 0 0 0,-1 1 0 0 0,1-1 0 0 0,-1 1 0 0 0,1-1 0 0 0,-1 1 0 0 0,1-1 0 0 0,-1 1 0 0 0,0-1 0 0 0,1 0 0 0 0,-1 1 0 0 0,0-1 0 0 0,1 0 0 0 0,-1 1 0 0 0,0-1 0 0 0,0 0 0 0 0,0 0 0 0 0,1 1 0 0 0,-1-1 0 0 0,0 0 0 0 0,0 1 0 0 0,0-1 0 0 0,0 0 0 0 0,0 0 0 0 0,-1 1 0 0 0,1-2 0 0 0,-1-1 0 0 0,2-6 0 0 0,-1 6 0 0 0,0-1 0 0 0,-1 1 0 0 0,1-1 0 0 0,-1 1 0 0 0,1-1 0 0 0,-1 1 0 0 0,0 0 0 0 0,-1-1 0 0 0,0-2 0 0 0,-29-89 0 0 0,21 60 0 0 0,5 24 60 0 0,3 2-48 0 0,6 0-12 0 0,-3 6 0 0 0,1 1 0 0 0,0 0 0 0 0,0 0 0 0 0,0-1 0 0 0,0 1 0 0 0,0 0 0 0 0,0 1-1 0 0,1-1 1 0 0,-1 0 0 0 0,1 1 0 0 0,3-2 0 0 0,32-11 6 0 0,-29 11-22 0 0,-1 1 1 0 0,0-2-1 0 0,11-4 1 0 0,1-1 174 0 0,-14 7-169 0 0,0-1-1 0 0,0 1 0 0 0,-1-1 0 0 0,7-4 0 0 0,-6 3 26 0 0,-5 3 320 0 0,1 2-308 0 0,-1 1 1 0 0,0 0 0 0 0,1-1-1 0 0,-1 1 1 0 0,1 0 0 0 0,-1-1-1 0 0,1 0 1 0 0,3 2 0 0 0,-1 1 13 0 0,-2-1-38 0 0,0-1 0 0 0,0 1-1 0 0,0 0 1 0 0,0 0 0 0 0,-1 0-1 0 0,1 1 1 0 0,-1-1 0 0 0,0 0 0 0 0,1 7-1 0 0,5 31-65 0 0,-7-40 67 0 0,8 168-76 0 0,-6-127 72 0 0,-2-36 0 0 0,1-1 0 0 0,-1 0 0 0 0,1 1 0 0 0,0-1 0 0 0,1 0 0 0 0,-1 0 0 0 0,1 0 0 0 0,0 0 0 0 0,0 0 0 0 0,5 7 0 0 0,-5-6 0 0 0,0-3 0 0 0,-1-1 0 0 0,0 1 0 0 0,1 0 0 0 0,0 0 0 0 0,-1-1 0 0 0,1 1 0 0 0,4 3 0 0 0,-4-3 0 0 0,7 5-10 0 0,-8-7-46 0 0,10-4-450 0 0,5-6-2442 0 0,-8 2-3596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0:57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5 431 0 0,'-8'-5'14890'0'0,"3"13"-14675"0"0,1 0 0 0 0,0 0-1 0 0,1 1 1 0 0,0-1 0 0 0,1 1 0 0 0,-1 0 0 0 0,1-1 0 0 0,-1 18 0 0 0,-2 8-16 0 0,-15 53 61 0 0,-9 48-145 0 0,26-116-109 0 0,-17 117-2 0 0,10-63 2 0 0,-1 21-40 0 0,10-80 25 0 0,1 0 0 0 0,0 0 1 0 0,1 0-1 0 0,5 22 0 0 0,-6-33 7 0 0,1-1-1 0 0,-1 0 1 0 0,1 0-1 0 0,0 0 1 0 0,0 1-1 0 0,0-1 1 0 0,0 0 0 0 0,0 0-1 0 0,0 0 1 0 0,0-1-1 0 0,1 1 1 0 0,-1 0-1 0 0,1 0 1 0 0,-1-1-1 0 0,1 1 1 0 0,0-1-1 0 0,-1 1 1 0 0,1-1 0 0 0,0 0-1 0 0,0 0 1 0 0,0 0-1 0 0,4 2 1 0 0,-1-2-20 0 0,0 0 0 0 0,-1 0 0 0 0,1-1 0 0 0,0 0 0 0 0,0 1 0 0 0,-1-2 0 0 0,1 1 0 0 0,0-1 0 0 0,0 1 0 0 0,4-3 0 0 0,-4 2-308 0 0,-1 0 0 0 0,1 0 1 0 0,-1-1-1 0 0,6-3 1 0 0,-1 0-5365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0:58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55 2527 0 0,'0'0'116'0'0,"0"-2"-6"0"0,0 0 175 0 0,0 0 0 0 0,1 0 1 0 0,-1 0-1 0 0,0 0 0 0 0,1 0 1 0 0,-1 1-1 0 0,1-1 0 0 0,1-4 1 0 0,-2 6-72 0 0,0 0-1 0 0,1-1 1 0 0,-1 1 0 0 0,0-1 0 0 0,0 1-1 0 0,0-1 1 0 0,0 1 0 0 0,0 0 0 0 0,1-1-1 0 0,-1 1 1 0 0,0-1 0 0 0,0 1 0 0 0,0-1-1 0 0,0 1 1 0 0,0-1 0 0 0,0 1 0 0 0,0-1-1 0 0,-1 1 1 0 0,1-1 0 0 0,0 1 0 0 0,0 0 0 0 0,0-1-1 0 0,0 1 1 0 0,-1-1 0 0 0,1 1 0 0 0,0-1-1 0 0,0 1 1 0 0,-1 0 0 0 0,1-1 0 0 0,0 1-1 0 0,0 0 1 0 0,-1-1 0 0 0,1 1 0 0 0,-1 0-1 0 0,-2-3 2740 0 0,-1 0-2488 0 0,0 1 0 0 0,0 0 1 0 0,0 0-1 0 0,0 0 0 0 0,-6-1 0 0 0,8 2-269 0 0,1 2-157 0 0,0 0 1 0 0,-1-1-1 0 0,1 1 1 0 0,-1-1-1 0 0,1 1 1 0 0,-1-1-1 0 0,1 0 1 0 0,-1 0-1 0 0,-2 1 1 0 0,-9 1 102 0 0,9 0-115 0 0,0 0 1 0 0,0 1-1 0 0,1 0 0 0 0,-1 0 0 0 0,1 0 1 0 0,0 0-1 0 0,-1 0 0 0 0,2 0 0 0 0,-1 1 1 0 0,-3 4-1 0 0,-22 42 9 0 0,28-49-36 0 0,-12 20 0 0 0,9-16 0 0 0,0 0 0 0 0,0 0 0 0 0,1 0 0 0 0,-1 0 0 0 0,1 1 0 0 0,0-1 0 0 0,1 1 0 0 0,-1-1 0 0 0,0 12 0 0 0,4-2-42 0 0,2-11 17 0 0,-2-3 12 0 0,3 2 4 0 0,0 0-1 0 0,0 0 1 0 0,0 0 0 0 0,0-1-1 0 0,1 1 1 0 0,-1-1 0 0 0,1 0-1 0 0,0-1 1 0 0,-1 0 0 0 0,13 2-1 0 0,-11-2 11 0 0,0 0 0 0 0,0 0 0 0 0,0 1 0 0 0,0 0 0 0 0,-1 1-1 0 0,1-1 1 0 0,9 6 0 0 0,-12-5-1 0 0,0 0 0 0 0,-1 0 0 0 0,1 1 0 0 0,-1-1 0 0 0,0 1 0 0 0,0 0 0 0 0,0-1 0 0 0,-1 1 0 0 0,0 0 0 0 0,1 1 0 0 0,-1-1 0 0 0,0 0 0 0 0,-1 1 0 0 0,1-1 0 0 0,-1 1 0 0 0,1 5 0 0 0,-2-6 0 0 0,0-1 0 0 0,-1 1 0 0 0,1-1 0 0 0,-1 1 0 0 0,1-1 0 0 0,-1 0 0 0 0,0 1 0 0 0,-1-1 0 0 0,1 0 0 0 0,-1 1 0 0 0,1-1 0 0 0,-1 0 0 0 0,0 0 0 0 0,0 0 0 0 0,0-1 0 0 0,-5 6 0 0 0,-7 1 16 0 0,0-1-1 0 0,-1 0 0 0 0,0-1 1 0 0,-24 7-1 0 0,30-10-20 0 0,-50 13 5 0 0,33-11 0 0 0,16-3 0 0 0,2-2-14 0 0,6 0-58 0 0,12-5-2652 0 0,0 0-3354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0:58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67 1151 0 0,'-6'-7'606'0'0,"-4"-4"721"0"0,-2-11 5928 0 0,11 21-6223 0 0,5-9 1830 0 0,-4 9-2811 0 0,0 1 1 0 0,0-1-1 0 0,0 0 1 0 0,0 1-1 0 0,0-1 1 0 0,1 0-1 0 0,-1 1 1 0 0,0-1-1 0 0,1 0 1 0 0,-1 1-1 0 0,0-1 1 0 0,1 1-1 0 0,-1-1 1 0 0,1 1-1 0 0,-1-1 1 0 0,1 1-1 0 0,-1-1 1 0 0,1 1-1 0 0,-1-1 1 0 0,1 1-1 0 0,-1-1 1 0 0,1 1-1 0 0,0 0 1 0 0,-1 0-1 0 0,1-1 1 0 0,0 1-1 0 0,-1 0 1 0 0,1 0-1 0 0,1-1 1 0 0,2 1 48 0 0,0 0 0 0 0,-1 0 0 0 0,1 0 1 0 0,0 0-1 0 0,0 0 0 0 0,0 1 0 0 0,0 0 0 0 0,-1-1 0 0 0,1 2 0 0 0,0-1 1 0 0,-1 0-1 0 0,1 1 0 0 0,-1-1 0 0 0,1 1 0 0 0,-1 0 0 0 0,0 0 1 0 0,0 1-1 0 0,0-1 0 0 0,5 6 0 0 0,0-1 0 0 0,-1 0 0 0 0,-1 1-1 0 0,1 0 1 0 0,-2 0 0 0 0,1 1-1 0 0,6 13 1 0 0,-3-2-66 0 0,-2 0-1 0 0,0 1 1 0 0,-1 0-1 0 0,-1 0 1 0 0,2 25-1 0 0,-4-14 22 0 0,-1 1 0 0 0,-4 56 0 0 0,0-71-27 0 0,0 0 1 0 0,-2-1-1 0 0,0 0 1 0 0,-1 0 0 0 0,-11 25-1 0 0,4-17 24 0 0,-1 0 0 0 0,-28 40 1 0 0,23-40-34 0 0,-1-1 0 0 0,-1-2 1 0 0,-1 0-1 0 0,-1-1 0 0 0,-36 27 1 0 0,58-48-31 0 0,0 0 1 0 0,0 0 0 0 0,0 0 0 0 0,0 0 0 0 0,0 0 0 0 0,0 0 0 0 0,0 0 0 0 0,0 0 0 0 0,0 0 0 0 0,0 0 0 0 0,0 0-1 0 0,0 0 1 0 0,0 0 0 0 0,0 0 0 0 0,0 0 0 0 0,0 0 0 0 0,0 0 0 0 0,0 0 0 0 0,0 0 0 0 0,0 0 0 0 0,0 0 0 0 0,0 0-1 0 0,0 0 1 0 0,0 0 0 0 0,-1-1 0 0 0,1 1 0 0 0,0 0 0 0 0,0 0 0 0 0,0 0 0 0 0,0 0 0 0 0,0 0 0 0 0,0 0 0 0 0,0 0-1 0 0,0 0 1 0 0,0 0 0 0 0,0 0 0 0 0,0 0 0 0 0,0 0 0 0 0,0 0 0 0 0,0 0 0 0 0,0 0 0 0 0,0 0 0 0 0,0 0 0 0 0,1-9-564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0:58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1351 0 0,'0'0'16559'0'0,"2"-1"-16022"0"0,2-2-447 0 0,-1 0 0 0 0,2 0 0 0 0,-1 0-1 0 0,0 1 1 0 0,0 0 0 0 0,1 0 0 0 0,0 0-1 0 0,-1 0 1 0 0,1 1 0 0 0,7-2 0 0 0,55-6 159 0 0,-44 7-155 0 0,-5 0-65 0 0,-1 1 1 0 0,0 0-1 0 0,0 2 0 0 0,1 0 1 0 0,-1 1-1 0 0,27 6 0 0 0,-41-6-47 0 0,-3-2 10 0 0,1 0 0 0 0,0 1 0 0 0,-1-1 0 0 0,1 1 0 0 0,0-1 0 0 0,-1 0-1 0 0,1 1 1 0 0,0-1 0 0 0,-1 0 0 0 0,1 0 0 0 0,0 0 0 0 0,0 0 0 0 0,-1 0 0 0 0,1 0 0 0 0,0 0-1 0 0,0 0 1 0 0,-1 0 0 0 0,2 0 0 0 0,-10 2-1638 0 0,1 0-4880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0:59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3679 0 0,'0'0'5691'0'0,"2"-1"-4300"0"0,21-9 1215 0 0,1 0 1 0 0,47-12 0 0 0,54-4-1266 0 0,-90 20-877 0 0,-25 4-447 0 0,-2 0-11 0 0,-1 1 0 0 0,1 0 0 0 0,0 0 0 0 0,0 0 0 0 0,0 1 0 0 0,0 0 0 0 0,0 1 0 0 0,-1 0 0 0 0,1 0 0 0 0,13 4 0 0 0,-13-2-70 0 0,-6-2-52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00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2527 0 0,'0'0'8648'0'0,"0"1"-8296"0"0,8 23-55 0 0,-2 0 0 0 0,-1 0 0 0 0,-1 1 0 0 0,2 42 0 0 0,1 2 34 0 0,-2-28-363 0 0,-2 75 0 0 0,-3-108 20 0 0,0-7-48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00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57 138 1807 0 0,'-8'-1'79'0'0,"1"0"-35"0"0,1-1 0 0 0,-1 1 0 0 0,-9-5 0 0 0,15 6 441 0 0,-8-3 439 0 0,7 2 28 0 0,8 3 3963 0 0,30 10-4902 0 0,-25-9 10 0 0,1 1-10 0 0,0 0 0 0 0,0-1 0 0 0,23 2 0 0 0,4-5 151 0 0,0-1 1 0 0,42-6-1 0 0,293-42 364 0 0,63-7 216 0 0,321 14 1583 0 0,-617 42-1662 0 0,-82 5 3795 0 0,-59-4-4453 0 0,1-1 1 0 0,-1 0-1 0 0,0 0 0 0 0,0 0 0 0 0,0 1 0 0 0,0-1 0 0 0,0 0 1 0 0,0 0-1 0 0,0 1 0 0 0,1-1 0 0 0,-1 0 0 0 0,0 0 1 0 0,0 0-1 0 0,0 1 0 0 0,0-1 0 0 0,0 0 0 0 0,0 0 0 0 0,0 1 1 0 0,0-1-1 0 0,0 0 0 0 0,0 0 0 0 0,-1 1 0 0 0,1-1 1 0 0,0 0-1 0 0,0 0 0 0 0,0 1 0 0 0,0-1 0 0 0,0 0 0 0 0,0 0 1 0 0,0 0-1 0 0,-1 1 0 0 0,1-1 0 0 0,0 0 0 0 0,0 0 1 0 0,-1 1-1 0 0,-4 7 41 0 0,5-7-55 0 0,-16 9-658 0 0,3-6-3912 0 0,-2 1-1317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01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36 3679 0 0,'0'0'1312'0'0,"-13"-15"4192"0"0,11 13-5238 0 0,-1 0 1 0 0,0 0-1 0 0,0 0 0 0 0,0 0 0 0 0,0 0 0 0 0,0 1 0 0 0,0-1 0 0 0,0 1 0 0 0,-1 0 0 0 0,1 0 0 0 0,0 0 0 0 0,-1 0 1 0 0,1 1-1 0 0,-1-1 0 0 0,1 1 0 0 0,-1 0 0 0 0,1 0 0 0 0,-1 0 0 0 0,1 1 0 0 0,0-1 0 0 0,-1 1 0 0 0,1 0 0 0 0,-6 1 1 0 0,2 1-185 0 0,0 0 0 0 0,0 0 0 0 0,0 0 0 0 0,0 1 0 0 0,0 0 1 0 0,0 0-1 0 0,1 1 0 0 0,0 0 0 0 0,-9 10 0 0 0,6-6-104 0 0,0 1-1 0 0,1 0 0 0 0,1 1 1 0 0,-9 15-1 0 0,15-23 11 0 0,-1-1-1 0 0,1 1 1 0 0,0 0 0 0 0,0 0-1 0 0,0 0 1 0 0,0 0 0 0 0,0 0-1 0 0,0 0 1 0 0,1 0 0 0 0,-1 0-1 0 0,1 0 1 0 0,0 0 0 0 0,0 0-1 0 0,0 0 1 0 0,1 0 0 0 0,-1 0-1 0 0,1 1 1 0 0,-1-1 0 0 0,1 0 0 0 0,0 0-1 0 0,0-1 1 0 0,1 1 0 0 0,-1 0-1 0 0,2 3 1 0 0,0-3 0 0 0,1 0 1 0 0,0 1 0 0 0,-1-1-1 0 0,1-1 1 0 0,0 1-1 0 0,0 0 1 0 0,1-1-1 0 0,-1 0 1 0 0,0 0-1 0 0,1 0 1 0 0,-1-1-1 0 0,6 2 1 0 0,25 11 13 0 0,-10-2-20 0 0,-12-6-4 0 0,20 13 1 0 0,-29-16 19 0 0,0 0 1 0 0,-1 0 0 0 0,1 0-1 0 0,-1 0 1 0 0,0 1 0 0 0,0-1-1 0 0,0 1 1 0 0,-1 0 0 0 0,4 6 0 0 0,-5-9-2 0 0,0 0 0 0 0,0 0 1 0 0,-1 1-1 0 0,1-1 0 0 0,-1 0 0 0 0,1 0 1 0 0,-1 1-1 0 0,1-1 0 0 0,-1 1 1 0 0,0-1-1 0 0,0 0 0 0 0,0 1 1 0 0,0-1-1 0 0,0 1 0 0 0,0-1 1 0 0,0 0-1 0 0,0 1 0 0 0,-1 1 1 0 0,0 3-1 0 0,1-4 6 0 0,0 1 0 0 0,0-1 0 0 0,0 1 0 0 0,-1-1 0 0 0,0 1 0 0 0,1-1 0 0 0,-1 1 0 0 0,0-1-1 0 0,0 1 1 0 0,0-1 0 0 0,0 0 0 0 0,-1 1 0 0 0,1-1 0 0 0,-3 3 0 0 0,1-2 3 0 0,-1 0 1 0 0,1 1-1 0 0,-1-1 0 0 0,0 0 1 0 0,0-1-1 0 0,0 1 1 0 0,-5 2-1 0 0,-5 1 83 0 0,1-1 0 0 0,0-1 0 0 0,-1 0 0 0 0,-18 2 0 0 0,12-2-60 0 0,9-1-8 0 0,0-1 1 0 0,-1 0 0 0 0,1-1-1 0 0,-1-1 1 0 0,1 1 0 0 0,-20-3-1 0 0,30 1 239 0 0,-5 1-97 0 0,4 0-554 0 0,4-1 289 0 0,2 0-260 0 0,2-1-4128 0 0,3-1-1012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01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28 775 0 0,'0'0'3398'0'0,"-1"-2"-2554"0"0,-3-5-502 0 0,-12-11 10672 0 0,14 18-10668 0 0,-2 3-213 0 0,-1-1-1 0 0,1 1 1 0 0,-1 0-1 0 0,1 1 0 0 0,0-1 1 0 0,0 1-1 0 0,1-1 1 0 0,-1 1-1 0 0,-5 8 1 0 0,-26 43 297 0 0,33-51-418 0 0,-14 27-3 0 0,1 0 1 0 0,1 0-1 0 0,2 2 1 0 0,2-1-1 0 0,1 2 1 0 0,1-1-1 0 0,2 1 1 0 0,-3 43-1 0 0,9-63-19 0 0,-1-1 0 0 0,1 0 0 0 0,1 0 0 0 0,1 0 0 0 0,0 1 0 0 0,5 17 0 0 0,-5-25 2 0 0,0 0-1 0 0,0 0 1 0 0,1-1-1 0 0,0 1 1 0 0,0 0 0 0 0,0-1-1 0 0,1 0 1 0 0,-1 0 0 0 0,1 0-1 0 0,1 0 1 0 0,-1-1 0 0 0,1 1-1 0 0,0-1 1 0 0,0 0 0 0 0,8 5-1 0 0,-6-5-78 0 0,0-1-1 0 0,0 0 1 0 0,0 0 0 0 0,0-1-1 0 0,0 0 1 0 0,1 0 0 0 0,-1 0-1 0 0,1-1 1 0 0,-1 0 0 0 0,1-1-1 0 0,-1 1 1 0 0,1-2-1 0 0,0 1 1 0 0,-1-1 0 0 0,1 0-1 0 0,10-3 1 0 0,-8 0-1052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02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6 2527 0 0,'-15'-3'2874'0'0,"6"2"-1968"0"0,0 0-1 0 0,0 0 1 0 0,0 1 0 0 0,0 0 0 0 0,0 1-1 0 0,0 0 1 0 0,-17 4 0 0 0,22-4-618 0 0,0 0 1 0 0,1 0-1 0 0,-1 0 0 0 0,1 0 1 0 0,0 1-1 0 0,-1-1 0 0 0,1 1 1 0 0,0 0-1 0 0,0 0 1 0 0,0 0-1 0 0,0 0 0 0 0,0 1 1 0 0,1-1-1 0 0,-1 1 0 0 0,1 0 1 0 0,-1 0-1 0 0,1 0 0 0 0,0 0 1 0 0,0 0-1 0 0,0 0 1 0 0,1 0-1 0 0,-3 7 0 0 0,0 5-291 0 0,1-7-6 0 0,1 1 0 0 0,1 0 0 0 0,-2 10 1 0 0,3-16 6 0 0,0 0 0 0 0,0 1 0 0 0,1-1 0 0 0,-1 0 0 0 0,1 0 0 0 0,0 0 0 0 0,-1 0 0 0 0,1 0 0 0 0,1 1 0 0 0,-1-2 0 0 0,0 1 0 0 0,3 4 0 0 0,-1-2-3 0 0,0-1-1 0 0,0 1 0 0 0,0-1 1 0 0,1 0-1 0 0,-1 0 1 0 0,1-1-1 0 0,0 1 1 0 0,0-1-1 0 0,1 1 0 0 0,6 3 1 0 0,0 0-1 0 0,-1-1 0 0 0,-1 2 0 0 0,0-1 0 0 0,0 1 0 0 0,0 1 0 0 0,14 17 0 0 0,-20-21 1 0 0,1 0 1 0 0,-1 0-1 0 0,0 0 1 0 0,0 1-1 0 0,0-1 1 0 0,-1 1-1 0 0,0 0 1 0 0,0 0-1 0 0,0 0 0 0 0,-1 0 1 0 0,0 0-1 0 0,0 0 1 0 0,-1 0-1 0 0,1 0 1 0 0,-2 8-1 0 0,1-10 5 0 0,0-3 0 0 0,0 0 0 0 0,0 1 0 0 0,0-1 0 0 0,0 0 0 0 0,0 0 0 0 0,-1 1 0 0 0,1-1 0 0 0,0 0 0 0 0,-1 0 0 0 0,1 0 0 0 0,-1 0 0 0 0,0 0 0 0 0,1 1 0 0 0,-1-1 0 0 0,0 0 0 0 0,-1 1 0 0 0,0 0 0 0 0,0 1 0 0 0,-1-1 0 0 0,1 0 0 0 0,-1 0 0 0 0,0 0 0 0 0,0-1 0 0 0,0 1 0 0 0,0-1 0 0 0,0 1 0 0 0,0-1 0 0 0,0 0 0 0 0,0 0 0 0 0,-7 1 0 0 0,-18 1 19 0 0,2-4 38 0 0,19 2-28 0 0,5-1-25 0 0,0 0-1 0 0,-1 0 0 0 0,1 1 0 0 0,0-1 0 0 0,0-1 0 0 0,-1 1 0 0 0,1 0 0 0 0,0-1 0 0 0,-4 0 0 0 0,-13-4-23 0 0,13 2 385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02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4175 0 0,'0'0'2252'0'0,"2"-1"-1246"0"0,14-6-13 0 0,0 0 1 0 0,0 2-1 0 0,23-6 1 0 0,56-7 1156 0 0,-41 9-716 0 0,23 0 54 0 0,-73 9-1408 0 0,2 1-77 0 0,6 3-599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02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2527 0 0,'0'0'17272'0'0,"0"0"-17229"0"0,-1 0-1 0 0,1 0 0 0 0,-1 0 1 0 0,1 0-1 0 0,-1 0 0 0 0,1 0 1 0 0,-1 0-1 0 0,1 0 0 0 0,-1 0 1 0 0,1 0-1 0 0,-1 0 0 0 0,1 0 1 0 0,-1 1-1 0 0,1-1 0 0 0,0 0 1 0 0,-1 1-1 0 0,-2 3-34 0 0,1 0 0 0 0,-1 0-1 0 0,1 0 1 0 0,0 1 0 0 0,1-1 0 0 0,-1 0-1 0 0,1 1 1 0 0,0 0 0 0 0,0-1 0 0 0,1 1-1 0 0,-1 7 1 0 0,1 8 15 0 0,3 29 0 0 0,0-19-18 0 0,1-1-23 0 0,1-1 0 0 0,2 1 0 0 0,17 46 0 0 0,-23-69 18 0 0,16 43-13 0 0,-13-42-575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03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 4319 0 0,'0'0'11574'0'0,"-1"2"-10629"0"0,-15 106 1874 0 0,-4 57-2701 0 0,14-111-94 0 0,4 91-1 0 0,2-126-1410 0 0,-2-5-5217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03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3367 0 0,'0'0'2520'0'0,"2"1"-2097"0"0,13 6 710 0 0,0-2-1 0 0,22 6 1 0 0,-17-6 142 0 0,19 9 0 0 0,6 8 554 0 0,-41-20-1703 0 0,0 1-1 0 0,-1 0 1 0 0,1-1-1 0 0,-1 1 1 0 0,1 1-1 0 0,4 4 1 0 0,5 5 9 0 0,-2-1-90 0 0,0-1 0 0 0,-1 2 0 0 0,-1 0 0 0 0,0 0 1 0 0,0 0-1 0 0,-1 1 0 0 0,-1 0 0 0 0,0 1 0 0 0,-1 0 0 0 0,7 28 1 0 0,-7-17-49 0 0,0 0 1 0 0,-2 0-1 0 0,-1 1 1 0 0,-2-1 0 0 0,-2 48-1 0 0,1-70 5 0 0,-1 17-18 0 0,-1 0 1 0 0,-1 1 0 0 0,0-2-1 0 0,-2 1 1 0 0,-12 33 0 0 0,-4 2-33 0 0,15-40 56 0 0,0-1 0 0 0,0 1 0 0 0,-1-1 0 0 0,-1-1 0 0 0,-15 23 0 0 0,20-34-4 0 0,0 1 1 0 0,-1 0 0 0 0,1-1 0 0 0,-1 0 0 0 0,1 0-1 0 0,-1 0 1 0 0,0 0 0 0 0,0-1 0 0 0,0 1 0 0 0,-1-1-1 0 0,-8 3 1 0 0,4-2-426 0 0,0-1 0 0 0,0-1 0 0 0,0 0 0 0 0,0 0-1 0 0,-12-1 1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04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45 2039 0 0,'-2'-1'154'0'0,"-10"-2"829"0"0,0-1 1 0 0,1 0-1 0 0,-13-6 1 0 0,-18-8 6642 0 0,38 17-7312 0 0,0 0 0 0 0,0 0 0 0 0,-1 1 1 0 0,1-1-1 0 0,0 1 0 0 0,0 0 1 0 0,0 0-1 0 0,-1 0 0 0 0,1 0 0 0 0,0 1 1 0 0,-8 2-1 0 0,5-1-181 0 0,1 1-1 0 0,-1-1 1 0 0,1 1 0 0 0,0 1 0 0 0,0-1 0 0 0,-10 8-1 0 0,7-3-147 0 0,0 0-1 0 0,1 0 0 0 0,0 1 0 0 0,0 0 0 0 0,1 0 1 0 0,0 1-1 0 0,0 0 0 0 0,-5 14 0 0 0,10-21 7 0 0,0 1 0 0 0,0 0 0 0 0,0 0 0 0 0,1 0 0 0 0,0 1 0 0 0,-1-1 0 0 0,2 0-1 0 0,-1 0 1 0 0,0 1 0 0 0,1 6 0 0 0,0-10 2 0 0,0 1-1 0 0,0-1 0 0 0,0 1 1 0 0,0 0-1 0 0,1-1 1 0 0,-1 1-1 0 0,0-1 0 0 0,1 1 1 0 0,-1-1-1 0 0,1 1 1 0 0,0-1-1 0 0,-1 0 0 0 0,1 1 1 0 0,0-1-1 0 0,0 0 1 0 0,0 1-1 0 0,1 0 0 0 0,2 2-7 0 0,1 2 4 0 0,1 0 0 0 0,0 0 0 0 0,0 0 0 0 0,1-1 0 0 0,0 0 0 0 0,0-1 0 0 0,0 1 0 0 0,0-1 0 0 0,1-1 0 0 0,12 5 0 0 0,-6-1-17 0 0,21 11 0 0 0,-28-14 27 0 0,0 1 0 0 0,-1 0 0 0 0,0 0 0 0 0,9 9 0 0 0,-12-11-6 0 0,-1 0 0 0 0,0 0 1 0 0,0 0-1 0 0,0 0 1 0 0,-1 0-1 0 0,1 1 1 0 0,-1-1-1 0 0,0 0 0 0 0,0 1 1 0 0,0-1-1 0 0,0 1 1 0 0,1 5-1 0 0,-2-2 8 0 0,1-1-1 0 0,-1 1-1 0 0,1-1 1 0 0,-1 0-1 0 0,-1 7 1 0 0,0-11 1 0 0,1 0-1 0 0,0-1 1 0 0,-1 1 0 0 0,1-1-1 0 0,-1 1 1 0 0,0 0 0 0 0,0-1-1 0 0,1 1 1 0 0,-1-1 0 0 0,0 0-1 0 0,0 1 1 0 0,0-1 0 0 0,0 0-1 0 0,-1 1 1 0 0,1-1 0 0 0,0 0-1 0 0,-1 0 1 0 0,1 0 0 0 0,-3 1-1 0 0,-38 20 206 0 0,-64 22 0 0 0,77-33-90 0 0,1 2-1 0 0,-26 16 1 0 0,48-23-1582 0 0,14-11-523 0 0,2-2-3543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04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95 2039 0 0,'-2'0'154'0'0,"-18"-4"6452"0"0,21 3-6438 0 0,0-1-1 0 0,0 1 1 0 0,-1 0 0 0 0,1-1-1 0 0,0 1 1 0 0,0 0-1 0 0,1-1 1 0 0,-1 1-1 0 0,0 0 1 0 0,0 0 0 0 0,0 0-1 0 0,1 0 1 0 0,2-1-1 0 0,-4 1-46 0 0,12-6 119 0 0,0 0 0 0 0,0 0-1 0 0,1 1 1 0 0,-1 1 0 0 0,1 0 0 0 0,19-4-1 0 0,82-12 395 0 0,-94 19-453 0 0,-14 0-126 0 0,19 1 198 0 0,-12 2-245 0 0,23 4 0 0 0,-35-5-9 0 0,1 0-66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05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0 1151 0 0,'0'0'16174'0'0,"0"2"-15709"0"0,-17 63 910 0 0,11-44-1171 0 0,-7 38 1 0 0,12-52-191 0 0,1 1 1 0 0,0-1-1 0 0,0 0 1 0 0,0 0 0 0 0,1 0-1 0 0,0 0 1 0 0,0 0-1 0 0,0 0 1 0 0,5 11-1 0 0,6 13-14 0 0,2-2 0 0 0,0 0 0 0 0,2 0 0 0 0,21 27 0 0 0,-27-39 70 0 0,-9-14-15 0 0,0-1 0 0 0,0 0 0 0 0,0 1 0 0 0,1-1 0 0 0,-1 0 0 0 0,1 0-1 0 0,0 1 1 0 0,2 1 0 0 0,-1-2-501 0 0,2 3 949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05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2039 0 0,'0'0'1464'0'0,"1"-1"-992"0"0,2-4-225 0 0,-1 1 0 0 0,1-1-1 0 0,0 1 1 0 0,1 0-1 0 0,-1 0 1 0 0,1 0-1 0 0,0 0 1 0 0,0 1-1 0 0,0 0 1 0 0,0 0-1 0 0,0 0 1 0 0,1 0-1 0 0,0 0 1 0 0,-1 1 0 0 0,1 0-1 0 0,0 0 1 0 0,0 0-1 0 0,0 1 1 0 0,0 0-1 0 0,0 0 1 0 0,7-1-1 0 0,-2 1-42 0 0,0 0 0 0 0,0 0-1 0 0,1 1 1 0 0,10 1 0 0 0,-17-1-186 0 0,1 1 1 0 0,-1 1-1 0 0,1-1 1 0 0,-1 1-1 0 0,1-1 1 0 0,-1 1-1 0 0,0 0 0 0 0,0 1 1 0 0,1-1-1 0 0,-2 1 1 0 0,6 3-1 0 0,7 11-18 0 0,-14-8 0 0 0,-1-3 0 0 0,0 0-9 0 0,0 0-1 0 0,-1 1 1 0 0,1-1-1 0 0,-1 1 0 0 0,-1-1 1 0 0,1 1-1 0 0,-1-1 1 0 0,-2 10-1 0 0,-18 48-80 0 0,21-62 90 0 0,-13 28 22 0 0,0 0-1 0 0,-2 0 0 0 0,-1-2 1 0 0,-37 49-1 0 0,20-35 3043 0 0,52-44-2771 0 0,-1 1 0 0 0,1-2 0 0 0,22-6 0 0 0,-1 0-73 0 0,46-8 127 0 0,-2 0-3 0 0,114-8 0 0 0,-144 24-318 0 0,-52 1 1650 0 0,-21 0-2536 0 0,7-2-5164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06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0 3679 0 0,'0'0'395'0'0,"-1"1"-331"0"0,-14 11 356 0 0,14-11 309 0 0,-1 0-310 0 0,-10 8 221 0 0,3-2 422 0 0,0 0 1 0 0,0 1-1 0 0,1 0 1 0 0,-9 12-1 0 0,8-9-787 0 0,2 2 0 0 0,0-1 0 0 0,0 1 0 0 0,-8 25 0 0 0,-13 60 1635 0 0,12-39-1414 0 0,-28 141-497 0 0,36-153-8 0 0,5-34 6 0 0,-7 44-30 0 0,-6 78-1 0 0,15-119 29 0 0,1 1 1 0 0,1 0-1 0 0,0-1 0 0 0,1 1 0 0 0,1-1 0 0 0,0 0 1 0 0,1 0-1 0 0,1 0 0 0 0,10 23 0 0 0,-10-30 18 0 0,0-1-1 0 0,1 0 1 0 0,0 0-1 0 0,0 0 1 0 0,1-1-1 0 0,-1 1 1 0 0,2-2-1 0 0,-1 1 1 0 0,1-1-1 0 0,0 0 1 0 0,0-1-1 0 0,1 0 1 0 0,-1 0-1 0 0,1-1 1 0 0,11 4-1 0 0,14 3 82 0 0,0-1-1 0 0,67 10 1 0 0,-71-15-72 0 0,182 22 343 0 0,64 12-25 0 0,-270-38-329 0 0,-4 0-3 0 0,-4-2-180 0 0,-4-3-85 0 0,4 3-21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06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57 3711 0 0,'-1'-1'83'0'0,"-21"-17"3202"0"0,40 5-2575 0 0,-5 8-499 0 0,-1 1 0 0 0,1 0 1 0 0,1 0-1 0 0,-1 2 1 0 0,0 0-1 0 0,20-1 0 0 0,84 5 976 0 0,-97-1-1084 0 0,6 1 97 0 0,1 2 0 0 0,-1 0 0 0 0,0 2 0 0 0,0 1 0 0 0,0 1 0 0 0,35 16 0 0 0,-29-9-69 0 0,-1 2 1 0 0,-1 1-1 0 0,0 1 1 0 0,37 33-1 0 0,-55-41-130 0 0,-1 0-1 0 0,0 2 0 0 0,0-1 0 0 0,-1 2 1 0 0,-1-1-1 0 0,0 1 0 0 0,-1 0 1 0 0,-1 1-1 0 0,0 0 0 0 0,-1 0 0 0 0,-1 1 1 0 0,0-1-1 0 0,3 20 0 0 0,1 21-41 0 0,-2 1 0 0 0,-1 81 0 0 0,-6-138 40 0 0,2 74 214 0 0,-4 0-1 0 0,-2-1 0 0 0,-19 92 1 0 0,19-147 82 0 0,-1 0 0 0 0,0 0 0 0 0,-1 0 1 0 0,-1-1-1 0 0,-1 0 0 0 0,-1-1 0 0 0,0 0 1 0 0,-1 0-1 0 0,-1 0 0 0 0,0-2 0 0 0,-1 1 1 0 0,0-2-1 0 0,-1 1 0 0 0,-1-2 0 0 0,0 0 1 0 0,-1 0-1 0 0,-23 13 0 0 0,30-20-432 0 0,-1 0 1 0 0,1 0-1 0 0,-1-1 0 0 0,0 0 1 0 0,0-1-1 0 0,-1 0 0 0 0,1 0 0 0 0,-1-1 1 0 0,1 0-1 0 0,-15 0 0 0 0,14-2-627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08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43 1151 0 0,'0'0'152'0'0,"-8"-9"1856"0"0,1 3-1725 0 0,-17-10 15630 0 0,45 16-15861 0 0,26-5 115 0 0,30-1-163 0 0,136 11 185 0 0,-200-5-174 0 0,-8-1-7 0 0,0 1 0 0 0,0 0-1 0 0,-1 0 1 0 0,1 1-1 0 0,0-1 1 0 0,-1 1 0 0 0,9 2-1 0 0,-12-2 515 0 0,-7 6-6346 0 0,1 1-494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09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20 919 0 0,'-29'-13'13248'0'0,"22"14"-12129"0"0,6-1-551 0 0,-9 3 1028 0 0,2 1 91 0 0,15-2-1661 0 0,1-1 0 0 0,-1 1 0 0 0,0-1 0 0 0,0-1 0 0 0,1 1 0 0 0,7-1 0 0 0,48-7 154 0 0,-18 2-120 0 0,-17 3-69 0 0,77-4-62 0 0,16 4 165 0 0,-119 2 1286 0 0,-12 8-2990 0 0,0-2-5318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19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0 1151 0 0,'0'0'5347'0'0,"-11"5"-3072"0"0,8-2-2002 0 0,-1 0 0 0 0,1 0 1 0 0,0 0-1 0 0,-1 1 0 0 0,2 0 1 0 0,-1-1-1 0 0,0 1 0 0 0,1 0 1 0 0,0 0-1 0 0,0 0 0 0 0,0 1 1 0 0,0-1-1 0 0,1 0 0 0 0,-1 1 1 0 0,1-1-1 0 0,0 1 0 0 0,1-1 1 0 0,-1 1-1 0 0,1 8 0 0 0,0 24-273 0 0,7 150 0 0 0,-6-179 3311 0 0,-1-12-3201 0 0,0 0-932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20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2527 0 0,'0'0'15120'0'0,"1"1"-15006"0"0,7 4-116 0 0,1-1 0 0 0,-1-1 1 0 0,1 0-1 0 0,0 0 1 0 0,0-1-1 0 0,0 0 1 0 0,0 0-1 0 0,0-1 1 0 0,11 0-1 0 0,15-1-21 0 0,37-4 0 0 0,-52 2 35 0 0,324-41-86 0 0,-228 27 84 0 0,-61 7-10 0 0,-26 3 0 0 0,0 2 0 0 0,0 1 0 0 0,49 2 0 0 0,-69 2 11 0 0,-7-1 116 0 0,-7 3-12 0 0,-4 10-88 0 0,6-10-68 0 0,-1 0 0 0 0,1 0 0 0 0,-1-1 0 0 0,1 1 0 0 0,-7 2 0 0 0,10-4 38 0 0,-12 6-164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21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97 287 0 0,'0'0'2418'0'0,"-9"-3"-1033"0"0,4 2 1748 0 0,2 1-3502 0 0,-11-4 8954 0 0,15 3-8337 0 0,1-4-191 0 0,1 1-1 0 0,0-1 1 0 0,0 1-1 0 0,0 0 0 0 0,1 0 1 0 0,-1 0-1 0 0,1 1 1 0 0,0-1-1 0 0,0 1 1 0 0,1 0-1 0 0,-1 0 1 0 0,0 0-1 0 0,1 0 0 0 0,0 1 1 0 0,0 0-1 0 0,8-3 1 0 0,7-1 32 0 0,0 0 0 0 0,39-5 0 0 0,-50 10-66 0 0,-3 0-30 0 0,0 0 0 0 0,1 1-1 0 0,-1-1 1 0 0,0 1 0 0 0,0 1 0 0 0,1-1-1 0 0,8 3 1 0 0,4 1 7 0 0,-17-2 0 0 0,-1-1 0 0 0,0-1 0 0 0,1 1 0 0 0,-1-1 0 0 0,0 1 0 0 0,0 0 0 0 0,0-1 0 0 0,0 1 0 0 0,0 0 0 0 0,0 0 0 0 0,-1 0 0 0 0,1-1 0 0 0,0 1 0 0 0,0 0 0 0 0,0 0 0 0 0,-1 0 0 0 0,1 1 0 0 0,-1-1 0 0 0,1 0 0 0 0,-1 0 0 0 0,1 1 0 0 0,1 2 0 0 0,0 2 5 0 0,-1-1 0 0 0,1 0 0 0 0,-1 1 0 0 0,0 0 0 0 0,0-1 0 0 0,0 1 0 0 0,-1 0 0 0 0,0-1 0 0 0,0 1 0 0 0,0 0 0 0 0,-1 0 0 0 0,0-1 0 0 0,0 1 1 0 0,0-1-1 0 0,-1 1 0 0 0,0-1 0 0 0,-3 7 0 0 0,0-1 147 0 0,0 0 1 0 0,-1 1-1 0 0,0-2 1 0 0,-1 1 0 0 0,-1-1-1 0 0,-15 17 1 0 0,10-16 91 0 0,1-1-1 0 0,-1-1 1 0 0,-1 0 0 0 0,0-1-1 0 0,-22 10 1 0 0,-19 11 265 0 0,26-14-415 0 0,20-9-94 0 0,1 0 0 0 0,0 0 0 0 0,0 1 0 0 0,5 1 0 0 0,3-7 0 0 0,1 0 0 0 0,0 0 0 0 0,-1 0 0 0 0,1 0 0 0 0,0 0 0 0 0,0 0 0 0 0,0 0 0 0 0,-1 0 0 0 0,1-1 0 0 0,0 1 0 0 0,0 0 0 0 0,0-1 0 0 0,0 1 0 0 0,0 0 0 0 0,1-1 0 0 0,-1 1 0 0 0,0-1 0 0 0,0 0 0 0 0,0 1 0 0 0,1-1 0 0 0,28 6 0 0 0,-27-6 0 0 0,19 2 0 0 0,-1-2 0 0 0,0-1 0 0 0,1 0 0 0 0,-1-2 0 0 0,35-8 0 0 0,16-1 0 0 0,-24 4 5 0 0,-15 3 28 0 0,0 1 0 0 0,46 1 0 0 0,-87 8-1559 0 0,-3-2-5172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22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122 194 1583 0 0,'0'0'6802'0'0,"-11"-2"-4868"0"0,3 1-876 0 0,-1 0 0 0 0,1 1 0 0 0,-1 0-1 0 0,1 1 1 0 0,-12 2 0 0 0,18-3-269 0 0,-9 3 370 0 0,-25 14 2502 0 0,50-14-3578 0 0,-10-1-83 0 0,1-1 0 0 0,-1 0 1 0 0,1 0-1 0 0,0 0 0 0 0,5-1 0 0 0,114-6 32 0 0,164-29 0 0 0,158-50-32 0 0,-174 25 0 0 0,5 26 0 0 0,-216 33 0 0 0,-51 1 0 0 0,-1 0 0 0 0,-1-1 0 0 0,2 1 0 0 0,-4 1 16 0 0,-4-1 168 0 0,-3 2-372 0 0,0 5 164 0 0,1-6-40 0 0,-6 10-220 0 0,-8 5-472 0 0,7-8 16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23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0 599 0 0,'0'0'21819'0'0,"-12"3"-21398"0"0,4 1-392 0 0,0 0 1 0 0,1 1-1 0 0,-1 0 0 0 0,1 0 1 0 0,-10 9-1 0 0,-32 35 83 0 0,44-43-114 0 0,0 0-14 0 0,0 0 1 0 0,0 0-1 0 0,1 0 1 0 0,-5 10-1 0 0,-2 3 4 0 0,9-16-36 0 0,-1 7 24 0 0,2-6-7 0 0,0 0 0 0 0,0 1 0 0 0,1-1 0 0 0,-1 1 0 0 0,1-1 0 0 0,0 9-1 0 0,0-7 6 0 0,0-5-54 0 0,2 1 0 0 0,0 1 69 0 0,1-1-1 0 0,0 1 1 0 0,1-1 0 0 0,-1 1-1 0 0,0-1 1 0 0,1 0 0 0 0,-1-1-1 0 0,1 1 1 0 0,-1 0 0 0 0,1-1-1 0 0,0 0 1 0 0,0 0 0 0 0,-1 0-1 0 0,7 0 1 0 0,9 2 3 0 0,33-2 0 0 0,-46-1 10 0 0,8 0-2 0 0,-6 1 0 0 0,11 6 0 0 0,0 1 0 0 0,-12-6 0 0 0,13 8 0 0 0,-11-5 0 0 0,-8-5 0 0 0,-1 0 0 0 0,1 1 0 0 0,-1-1 0 0 0,0 0 0 0 0,0 0 0 0 0,1 0 0 0 0,-1 1 0 0 0,0-1 0 0 0,1 0 0 0 0,-1 0 0 0 0,0 1 0 0 0,0-1 0 0 0,1 0 0 0 0,-1 0 0 0 0,0 1 0 0 0,0-1 0 0 0,0 0 0 0 0,1 1 0 0 0,-1-1 0 0 0,0 0 0 0 0,0 1 0 0 0,4 9 0 0 0,0-2 0 0 0,-3-7 0 0 0,-1 1 0 0 0,1 0 0 0 0,0 0 0 0 0,-1 0 0 0 0,0-1 0 0 0,1 1 0 0 0,-1 0 0 0 0,0 0 0 0 0,0 0 0 0 0,0 0 0 0 0,0 0 0 0 0,0 0 0 0 0,-1-1 0 0 0,1 1 0 0 0,-1 2 0 0 0,-1 3 0 0 0,1 2 4 0 0,0-1 0 0 0,-1 1-1 0 0,0 0 1 0 0,-1-1 0 0 0,0 0 0 0 0,0 1 0 0 0,0-1-1 0 0,-1 0 1 0 0,-1-1 0 0 0,1 1 0 0 0,-1-1-1 0 0,-1 0 1 0 0,1 0 0 0 0,-1 0 0 0 0,0-1-1 0 0,-10 9 1 0 0,-52 40 124 0 0,59-48-128 0 0,-1-1 0 0 0,0 0 0 0 0,1-1 0 0 0,-2 0 0 0 0,-19 7 0 0 0,14-6 0 0 0,7-2 86 0 0,1 0 0 0 0,-1-1 0 0 0,0 0 0 0 0,0-1 0 0 0,-1 0 0 0 0,1 0 0 0 0,0-1 0 0 0,-1-1 0 0 0,1 1 0 0 0,-1-1 0 0 0,-16-3 0 0 0,11 1 375 0 0,-21-6 1350 0 0,34 7-1448 0 0,-31-3 383 0 0,31 4-704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32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 2039 0 0,'0'0'1411'0'0,"-1"1"-1024"0"0,-11 12 231 0 0,2 0 0 0 0,0 1 1 0 0,-13 23-1 0 0,-9 13 174 0 0,-85 114 585 0 0,103-147-1350 0 0,-19 19-1 0 0,-7 9 175 0 0,39-44-161 0 0,24-8-238 0 0,-21 7 5 0 0,-1-1 71 0 0,0 0 1 0 0,0 0 0 0 0,1 0-1 0 0,-1 0 1 0 0,0 0-1 0 0,0 0 1 0 0,0 0-1 0 0,0 0 1 0 0,1-2-1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32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18 775 0 0,'-70'-9'224'0'0,"69"8"-144"0"0,-9-5 5464 0 0,12 5-5477 0 0,17 1 226 0 0,-2 0-150 0 0,0 2 0 0 0,-1 0-1 0 0,1 1 1 0 0,-1 1-1 0 0,27 9 1 0 0,-11 0 3 0 0,54 29 0 0 0,-14-2-32 0 0,73 56 0 0 0,-119-80-103 0 0,-25-15 1101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34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27 143 0 0,'0'0'2134'0'0,"-4"-11"-1284"0"0,2 0 1475 0 0,2 6-1394 0 0,10 13-792 0 0,-6-3-128 0 0,1 1 1 0 0,-1-1-1 0 0,0 1 0 0 0,0 0 1 0 0,-1 0-1 0 0,0 0 0 0 0,0 0 0 0 0,0 1 1 0 0,1 6-1 0 0,9 20 17 0 0,-8-21-28 0 0,-1 0 0 0 0,0 0 0 0 0,-1 0 0 0 0,2 18 0 0 0,-2-11 0 0 0,3 7 31 0 0,-3-9 27 0 0,0 0-1 0 0,0 0 1 0 0,-1 29 1461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34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113 118 2039 0 0,'0'0'568'0'0,"-9"0"8"0"0,-21 2 173 0 0,22-2-658 0 0,7 0 20 0 0,-21 0 5570 0 0,-20 0 1203 0 0,44 1-6899 0 0,0 1-1 0 0,1-1 1 0 0,-1 1 0 0 0,0-1-1 0 0,1 0 1 0 0,4 2-1 0 0,1-1 2 0 0,-1-1 0 0 0,1 0 1 0 0,-1 0-1 0 0,1 0 0 0 0,12-1 0 0 0,4 0-20 0 0,230-9-49 0 0,-159 2 27 0 0,365-44 56 0 0,-231 21 0 0 0,312-9 118 0 0,-497 38-136 0 0,301 4-82 0 0,-344-3 100 0 0,6 1 1 0 0,-1-1 1 0 0,0 1-1 0 0,1 0 0 0 0,-1 1 0 0 0,0-1 0 0 0,0 1 0 0 0,1 1 0 0 0,-1-1 0 0 0,6 4 0 0 0,-11-5 197 0 0,1 2-237 0 0,-1 11 761 0 0,0-11-748 0 0,-2 0-1 0 0,1 0 0 0 0,0 0 1 0 0,0-1-1 0 0,-1 1 0 0 0,0 0 1 0 0,1 0-1 0 0,-1-1 0 0 0,0 1 1 0 0,-1 0-1 0 0,1-1 0 0 0,-2 4 1 0 0,-1 0-778 0 0,3-4-242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35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24 1151 0 0,'0'0'10091'0'0,"-2"-1"-9823"0"0,-5-2 17 0 0,1-1 0 0 0,-1 1-1 0 0,0 1 1 0 0,0-1 0 0 0,0 1 0 0 0,-1 1 0 0 0,1-1-1 0 0,0 1 1 0 0,-1 0 0 0 0,1 1 0 0 0,-1 0 0 0 0,1 0-1 0 0,-1 1 1 0 0,-9 1 0 0 0,10 0-331 0 0,0 0 0 0 0,0 0 0 0 0,0 0 0 0 0,1 1 0 0 0,-1 0 0 0 0,1 1 0 0 0,0-1 0 0 0,0 1 0 0 0,0 0 0 0 0,0 0 0 0 0,1 1 0 0 0,-1 0 0 0 0,1 0 0 0 0,0 0 0 0 0,1 1 0 0 0,-1 0 0 0 0,1-1 0 0 0,0 1 0 0 0,1 1 0 0 0,0-1 0 0 0,0 1 0 0 0,0-1 0 0 0,-2 9 0 0 0,4-12-10 0 0,0 2-205 0 0,-1 0 0 0 0,1 1 0 0 0,0 0 0 0 0,0-1 0 0 0,1 7 0 0 0,0-10 184 0 0,0-1-1 0 0,0 1 0 0 0,0-1 1 0 0,1 1-1 0 0,-1-1 0 0 0,1 1 0 0 0,-1-1 1 0 0,1 0-1 0 0,-1 1 0 0 0,1-1 1 0 0,0 0-1 0 0,0 1 0 0 0,0-1 0 0 0,-1 0 1 0 0,1 0-1 0 0,0 0 0 0 0,1 1 1 0 0,-1-1-1 0 0,0-1 0 0 0,0 1 0 0 0,0 0 1 0 0,1 0-1 0 0,2 1 0 0 0,14 6-214 0 0,0-1 0 0 0,24 6 0 0 0,-21-7 10 0 0,30 13 0 0 0,-40-14 277 0 0,0 1 0 0 0,-1 0-1 0 0,0 1 1 0 0,0 0 0 0 0,17 17-1 0 0,-9-4-10 0 0,25 33 0 0 0,-42-52 31 0 0,0 0-1 0 0,0 0 0 0 0,0 1 1 0 0,0-1-1 0 0,0 1 0 0 0,-1-1 1 0 0,1 1-1 0 0,-1-1 1 0 0,1 1-1 0 0,-1-1 0 0 0,1 1 1 0 0,-1-1-1 0 0,0 1 0 0 0,0-1 1 0 0,0 1-1 0 0,1 0 0 0 0,-2-1 1 0 0,1 1-1 0 0,0-1 0 0 0,0 1 1 0 0,0 0-1 0 0,-1-1 1 0 0,1 1-1 0 0,-1-1 0 0 0,1 1 1 0 0,-1-1-1 0 0,0 1 0 0 0,0-1 1 0 0,1 0-1 0 0,-1 1 0 0 0,0-1 1 0 0,0 0-1 0 0,0 1 0 0 0,-1-1 1 0 0,0 1-1 0 0,-5 4 377 0 0,0-1 0 0 0,0 0 0 0 0,0-1 0 0 0,-1 1 0 0 0,-8 3 1 0 0,10-5 40 0 0,-12 5 48 0 0,0-1-1 0 0,0-1 1 0 0,0 0-1 0 0,-1-2 1 0 0,0 0 0 0 0,0-1-1 0 0,0-1 1 0 0,-22 0-1 0 0,19-5 349 0 0,20 2-100 0 0,-8-2-26 0 0,4 2-2217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36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0 101 975 0 0,'0'0'10080'0'0,"2"-1"-9956"0"0,20-6-96 0 0,0 0 0 0 0,43-7 0 0 0,51 0-42 0 0,-80 10 20 0 0,491-46-18 0 0,-516 48-15 0 0,-7 2 33 0 0,0-1-1 0 0,0 1 1 0 0,-1 0-1 0 0,1 0 1 0 0,0 0-1 0 0,0 0 1 0 0,-1 1-1 0 0,9 1 4496 0 0,-26 9-8871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37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21 599 0 0,'0'-21'16222'0'0,"1"23"-15836"0"0,2 3-214 0 0,-1 1 0 0 0,1 0 0 0 0,-1 0 1 0 0,0 0-1 0 0,0 0 0 0 0,-1 0 0 0 0,2 13 0 0 0,-2 49 195 0 0,0-19-239 0 0,5 39-2 0 0,-1-18-116 0 0,-4-51-1307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38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62 599 0 0,'0'0'3479'0'0,"-1"-2"-3007"0"0,-6-4 1600 0 0,6 5-1624 0 0,-9-3 632 0 0,1 1 2334 0 0,9 0-2485 0 0,7 0-1447 0 0,27-6 493 0 0,1 1 1 0 0,68-5-1 0 0,-51 7 35 0 0,-22 3-54 0 0,0 2 0 0 0,40 4 0 0 0,6-4-52 0 0,-74 1 34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39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6 431 0 0,'0'0'7303'0'0,"12"-4"-6555"0"0,-10 3-615 0 0,0 1 0 0 0,0 0 0 0 0,0-1 0 0 0,0 1 0 0 0,0 0 0 0 0,1 1 0 0 0,-1-1 0 0 0,0 0 0 0 0,0 1 0 0 0,0-1 0 0 0,0 1 0 0 0,0-1 0 0 0,0 1 0 0 0,0 0 0 0 0,0 0 0 0 0,0 0 0 0 0,-1 0 0 0 0,1 0 0 0 0,0 1 0 0 0,0-1 0 0 0,-1 0 0 0 0,1 1 0 0 0,-1-1 0 0 0,1 1 0 0 0,-1 0 0 0 0,0-1 0 0 0,0 1 0 0 0,0 0 0 0 0,0 0 0 0 0,0 0 0 0 0,0 0 0 0 0,1 2 0 0 0,2 8 398 0 0,0 1-1 0 0,-1-1 1 0 0,0 1 0 0 0,1 16-1 0 0,-1-11-336 0 0,4 38 73 0 0,-1 61-1 0 0,-2-24-270 0 0,1-47 4 0 0,-4-33 0 0 0,2-2 11 0 0,0 3-1834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39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1583 0 0,'0'0'7599'0'0,"0"2"-6948"0"0,8 29 40 0 0,-1 0 1 0 0,-2 0 0 0 0,-1 1 0 0 0,-1 57-1 0 0,-9 60-467 0 0,0-1 10 0 0,7-136-168 0 0,0-4 12 0 0,1 0-12 0 0,-1-5-12 0 0,0 5-44 0 0,2 0-24 0 0,-2-6-62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40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 2271 0 0,'0'0'2720'0'0,"-2"1"-1992"0"0,-16 4 1051 0 0,8-2-1088 0 0,1-1 1 0 0,1 1 0 0 0,-1 1-1 0 0,0 0 1 0 0,1 0-1 0 0,-1 0 1 0 0,1 1 0 0 0,1 1-1 0 0,-9 6 1 0 0,-1 7-292 0 0,1 2-1 0 0,1 0 1 0 0,1 0 0 0 0,-16 36-1 0 0,19-37-388 0 0,-17 37 7 0 0,16-33 32 0 0,-21 35 0 0 0,24-44 34 0 0,1-1 1 0 0,-9 24 0 0 0,16-37 111 0 0,1-1-216 0 0,0 1 0 0 0,0-1-1 0 0,0 0 1 0 0,0 0 0 0 0,0 0-1 0 0,0 1 1 0 0,0-1 0 0 0,0 0-1 0 0,0 0 1 0 0,0 1 0 0 0,0-1-1 0 0,0 0 1 0 0,0 0 0 0 0,0 0-1 0 0,0 1 1 0 0,0-1 0 0 0,0 0 0 0 0,0 0-1 0 0,0 0 1 0 0,1 1 0 0 0,-1-1-1 0 0,0 0 1 0 0,0 0 0 0 0,0 0-1 0 0,0 1 1 0 0,0-1 0 0 0,0 0-1 0 0,1 0 1 0 0,-1 0 0 0 0,0 0-1 0 0,0 0 1 0 0,0 0 0 0 0,1 1-1 0 0,-1-1 1 0 0,0 0 0 0 0,0 0-1 0 0,0 0 1 0 0,1 0 0 0 0,-1 0 0 0 0,0 0-1 0 0,0 0 1 0 0,0 0 0 0 0,1 0-1 0 0,-1 0 1 0 0,0 0 0 0 0,0 0-1 0 0,0 0 1 0 0,1 0 0 0 0,-1 0-1 0 0,0 0 1 0 0,0 0 0 0 0,0 0-1 0 0,1 0 1 0 0,-1 0 0 0 0,0 0-1 0 0,6-1-234 0 0,-5 1-506 0 0,0-1-167 0 0,6-2-30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40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41 431 0 0,'1'-2'102'0'0,"-1"-1"-1"0"0,1 1 0 0 0,0 0 1 0 0,-1 0-1 0 0,1 0 0 0 0,0 0 1 0 0,0 0-1 0 0,1 1 0 0 0,-1-1 1 0 0,0 0-1 0 0,1 0 0 0 0,-1 1 1 0 0,1-1-1 0 0,-1 1 0 0 0,1-1 1 0 0,0 1-1 0 0,-1 0 0 0 0,1 0 1 0 0,0-1-1 0 0,0 1 0 0 0,0 0 1 0 0,0 1-1 0 0,0-1 0 0 0,0 0 1 0 0,0 1-1 0 0,0-1 0 0 0,0 1 1 0 0,1-1-1 0 0,2 1 0 0 0,-2 1 22 0 0,-1-1 0 0 0,0 1 0 0 0,0 0 0 0 0,1 0 0 0 0,-1 0 0 0 0,0 0 0 0 0,0 1 0 0 0,3 1-1 0 0,-1 0 140 0 0,8 5 380 0 0,-1 1-1 0 0,16 15 0 0 0,-17-14-326 0 0,2 0-1 0 0,16 12 0 0 0,19 6-48 0 0,-20-12-216 0 0,0 0 1 0 0,-2 2-1 0 0,0 0 0 0 0,33 33 0 0 0,-37-30-49 0 0,-15-16 1 0 0,0 0-1 0 0,0 0 0 0 0,-1 1 0 0 0,0 0 0 0 0,0 0 0 0 0,-1 0 0 0 0,0 0 1 0 0,0 1-1 0 0,0 0 0 0 0,-1 0 0 0 0,0 0 0 0 0,3 8 0 0 0,-6-13 335 0 0,1 7 1763 0 0,-6-3-2182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41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35 399 0 0,'0'0'874'0'0,"11"-5"-253"0"0,19-13 692 0 0,-29 18-1149 0 0,0-1-104 0 0,-1 1 0 0 0,0-1 0 0 0,1 1 0 0 0,-1-1 0 0 0,0 1-1 0 0,1-1 1 0 0,-1 1 0 0 0,1-1 0 0 0,-1 1 0 0 0,1-1 0 0 0,-1 1 0 0 0,1 0-1 0 0,-1-1 1 0 0,1 1 0 0 0,-1 0 0 0 0,1-1 0 0 0,0 1 0 0 0,-1 0-1 0 0,1 0 1 0 0,-1 0 0 0 0,2-1 0 0 0,14-2 1931 0 0,-15 3-1503 0 0,1 1-362 0 0,1 2-79 0 0,0-1-1 0 0,0 1 1 0 0,-1 0 0 0 0,1 0 0 0 0,0 0 0 0 0,-1 0 0 0 0,0 1 0 0 0,0-1 0 0 0,0 0 0 0 0,0 1-1 0 0,-1 0 1 0 0,1-1 0 0 0,-1 1 0 0 0,0 0 0 0 0,0 0 0 0 0,0 0 0 0 0,0 7 0 0 0,4 24 411 0 0,0 45 0 0 0,3 24 79 0 0,26 60-311 0 0,-26-128-211 0 0,2 17-15 0 0,-8-44 11 0 0,0-2 42 0 0,-2-6-15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42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1583 0 0,'0'0'11224'0'0,"1"1"-11170"0"0,5 8-47 0 0,-6-8-7 0 0,0-1 1 0 0,1 1-1 0 0,-1 0 0 0 0,1-1 0 0 0,-1 1 0 0 0,1-1 0 0 0,-1 1 0 0 0,1-1 1 0 0,0 1-1 0 0,-1-1 0 0 0,1 1 0 0 0,-1-1 0 0 0,1 0 0 0 0,0 1 0 0 0,0 0 1 0 0,13 6-11 0 0,-7-4-6 0 0,1 0 1 0 0,-1-1-1 0 0,0 0 1 0 0,1 0-1 0 0,0 0 1 0 0,-1-1-1 0 0,1-1 1 0 0,8 1-1 0 0,7 1-23 0 0,81 1 26 0 0,-48-4 15 0 0,353-12-4 0 0,-1-26 6 0 0,-215 18 6 0 0,510-22 176 0 0,-674 44-50 0 0,51 6 1 0 0,-78-7-64 0 0,3 5 3819 0 0,-9 1-2128 0 0,-1-3-1672 0 0,3-1-87 0 0,0 0 0 0 0,0 0 0 0 0,0 0-1 0 0,0 0 1 0 0,0 0 0 0 0,1 0-1 0 0,-1 0 1 0 0,0 1 0 0 0,1-1 0 0 0,-2 5-1 0 0,2-5-136 0 0,-1-1 1 0 0,1 1-1 0 0,0-1 0 0 0,0 0 0 0 0,-1 1 1 0 0,1-1-1 0 0,-1 0 0 0 0,1 0 0 0 0,-1 0 1 0 0,-2 1-1 0 0,-4 1-603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43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0 287 0 0,'0'0'10878'0'0,"-2"0"-10740"0"0,-45 2 197 0 0,43-1-314 0 0,-1-1-1 0 0,0 1 1 0 0,1 0-1 0 0,-1 1 1 0 0,1-1 0 0 0,-1 1-1 0 0,1-1 1 0 0,0 1 0 0 0,0 1-1 0 0,0-1 1 0 0,0 0-1 0 0,0 1 1 0 0,-6 5 0 0 0,4-1-21 0 0,0 0 0 0 0,0 0 0 0 0,0 1 0 0 0,1-1 0 0 0,-8 17 0 0 0,6-12-19 0 0,0 2-123 0 0,-1 0-1 0 0,2 0 1 0 0,0 1-1 0 0,-5 20 1 0 0,10-31 74 0 0,0-1 0 0 0,0 1 1 0 0,1-1-1 0 0,0 1 1 0 0,-1-1-1 0 0,1 1 1 0 0,1-1-1 0 0,-1 1 1 0 0,0-1-1 0 0,1 1 1 0 0,0-1-1 0 0,0 1 0 0 0,0-1 1 0 0,0 1-1 0 0,0-1 1 0 0,1 0-1 0 0,-1 0 1 0 0,1 0-1 0 0,0 0 1 0 0,0 0-1 0 0,0 0 1 0 0,0 0-1 0 0,1-1 0 0 0,-1 1 1 0 0,5 3-1 0 0,6 2 6 0 0,0 0 0 0 0,1-1 1 0 0,-1 0-1 0 0,2-1 0 0 0,18 5 0 0 0,17 8 41 0 0,-31-11 26 0 0,-12-5 3 0 0,1 0 0 0 0,0 0-1 0 0,-1 1 1 0 0,13 9 0 0 0,-17-11-6 0 0,-1 0-1 0 0,-1-1 1 0 0,1 1-1 0 0,0 0 0 0 0,0 1 1 0 0,-1-1-1 0 0,1 0 1 0 0,-1 0-1 0 0,0 1 0 0 0,0-1 1 0 0,0 1-1 0 0,0-1 1 0 0,0 1-1 0 0,0-1 0 0 0,-1 1 1 0 0,1 0-1 0 0,-1-1 1 0 0,1 1-1 0 0,-1 4 0 0 0,-1-2 15 0 0,1 0 0 0 0,-1 0 0 0 0,1 0 0 0 0,-1 0 0 0 0,-1 0 0 0 0,1 0 0 0 0,-1-1 0 0 0,0 1 0 0 0,0 0 0 0 0,0-1 0 0 0,0 1 0 0 0,-1-1 0 0 0,0 0 0 0 0,0 0 0 0 0,0 0 0 0 0,0 0 0 0 0,-1-1 0 0 0,0 1 0 0 0,1-1 0 0 0,-1 0 0 0 0,-8 5 0 0 0,-6 2 77 0 0,0 0 0 0 0,-1-2 0 0 0,0 0 0 0 0,-20 5 0 0 0,29-10-76 0 0,-6 3 352 0 0,-1-2 0 0 0,0 0 1 0 0,0 0-1 0 0,-1-2 0 0 0,-17 1 1 0 0,31-4 287 0 0,-1 0-3625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44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29 599 0 0,'-11'0'464'0'0,"3"-1"-297"0"0,6 0 396 0 0,0 1-253 0 0,-8-2 3514 0 0,12 2-3680 0 0,657-16 148 0 0,-481 9-84 0 0,-162 7-146 0 0,-2-1 82 0 0,1 1-1 0 0,-1 0 1 0 0,18 3 4761 0 0,-34 0-3606 0 0,-12 3 1448 0 0,12-5-2709 0 0,-6 2-4722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45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41 129 2039 0 0,'0'0'187'0'0,"-1"-2"12"0"0,-20-18 797 0 0,20 18-600 0 0,0 2-250 0 0,0-1 0 0 0,0 0 1 0 0,0 1-1 0 0,0-1 0 0 0,1 0 1 0 0,-1 0-1 0 0,0 0 0 0 0,1 0 1 0 0,-1 1-1 0 0,0-1 0 0 0,1 0 1 0 0,-1 0-1 0 0,1 0 0 0 0,-1-2 1 0 0,-5-15 2119 0 0,5 15-2250 0 0,2-8 806 0 0,10-10-148 0 0,-9 18-648 0 0,0 0-21 0 0,12-5-11 0 0,-7 4-3 0 0,1 1-1 0 0,0-1 1 0 0,0 1 0 0 0,0 1-1 0 0,0 0 1 0 0,1 0-1 0 0,-1 1 1 0 0,1-1-1 0 0,-1 2 1 0 0,13 0-1 0 0,-18 0 6 0 0,1 0 0 0 0,-1 0 0 0 0,0 1-1 0 0,1-1 1 0 0,-1 1 0 0 0,0 0-1 0 0,0 0 1 0 0,0 0 0 0 0,0 1 0 0 0,0-1-1 0 0,0 1 1 0 0,0-1 0 0 0,0 1 0 0 0,0 0-1 0 0,-1 0 1 0 0,1 0 0 0 0,-1 1 0 0 0,0-1-1 0 0,1 1 1 0 0,-1-1 0 0 0,0 1-1 0 0,0 0 1 0 0,-1-1 0 0 0,1 1 0 0 0,-1 0-1 0 0,1 0 1 0 0,-1 0 0 0 0,0 1 0 0 0,1 3-1 0 0,0 4-7 0 0,-1-1 0 0 0,0 1-1 0 0,0 0 1 0 0,-1-1-1 0 0,-1 1 1 0 0,0 0 0 0 0,0-1-1 0 0,-1 1 1 0 0,-4 11-1 0 0,-1 4-20 0 0,-2-2 0 0 0,-19 38-1 0 0,23-53 63 0 0,-1-1-1 0 0,0-1 1 0 0,0 1-1 0 0,-1-1 0 0 0,1 0 1 0 0,-11 8-1 0 0,-15 15 53 0 0,1-1-81 0 0,24-22 11 0 0,6-6 106 0 0,1 1-63 0 0,0-1-54 0 0,0 0 1 0 0,0 0-1 0 0,-1 0 1 0 0,1 0-1 0 0,0 1 1 0 0,0-1-1 0 0,0 0 0 0 0,1 0 1 0 0,-1 0-1 0 0,0 0 1 0 0,0 0-1 0 0,1 0 1 0 0,-1 0-1 0 0,0 0 1 0 0,1 0-1 0 0,-1 0 1 0 0,1 0-1 0 0,-1 0 1 0 0,1 0-1 0 0,0 0 1 0 0,-1-1-1 0 0,1 1 1 0 0,1 1-1 0 0,0 0-1 0 0,-1-1 1 0 0,-1-1 0 0 0,0 1 0 0 0,1 0 0 0 0,-1-1 0 0 0,1 1 0 0 0,-1-1 0 0 0,1 1 0 0 0,0-1 0 0 0,-1 1 0 0 0,1-1 0 0 0,0 1 0 0 0,-1-1 0 0 0,1 1 0 0 0,0-1 0 0 0,-1 0 0 0 0,1 1 0 0 0,0-1 0 0 0,0 0 0 0 0,-1 0 0 0 0,1 0 0 0 0,0 0 0 0 0,0 1 0 0 0,1-1 0 0 0,0 0 0 0 0,14 2 0 0 0,0 0 0 0 0,0-2 0 0 0,0 1 0 0 0,0-2 0 0 0,0 0 0 0 0,18-4 0 0 0,-14 3 0 0 0,92-16 188 0 0,38-3 104 0 0,-95 19 2535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46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57 1351 0 0,'0'0'232'0'0,"-12"3"784"0"0,2-4 1000 0 0,9 1-1704 0 0,-9 0 2144 0 0,8 0-2040 0 0,-8 0 3136 0 0,12 0-3429 0 0,26-2 112 0 0,32-5 1 0 0,-2 0-70 0 0,274-24 328 0 0,-292 26-483 0 0,-20 2-17 0 0,39 0 1 0 0,-57 3-49 0 0,-12 0-1908 0 0,0 0-1884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46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5 143 0 0,'0'0'875'0'0,"11"-4"256"0"0,-8 4-962 0 0,-1-1 0 0 0,0 1 0 0 0,1 0 0 0 0,-1 1 0 0 0,0-1 0 0 0,1 0-1 0 0,-1 1 1 0 0,0-1 0 0 0,1 1 0 0 0,-1 0 0 0 0,0 0 0 0 0,0 0 0 0 0,0 0 0 0 0,0 0 0 0 0,0 0 0 0 0,0 1 0 0 0,0-1 0 0 0,0 1 0 0 0,-1-1 0 0 0,1 1 0 0 0,0 0 0 0 0,1 1 0 0 0,5 7 279 0 0,0 1 0 0 0,11 20 0 0 0,-10-17-196 0 0,19 37 636 0 0,-2 1 1 0 0,31 92-1 0 0,-48-122-841 0 0,-4-5-34 0 0,-1-1 0 0 0,0 1 0 0 0,2 26-1 0 0,0-4 1 0 0,5 33-49 0 0,17 84-80 0 0,-17-109 180 0 0,-10-36-28 0 0,0 2-25 0 0,-1-12-95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1:47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2791 0 0,'0'0'2184'0'0,"0"11"-1280"0"0,13 154 4133 0 0,-3-53-4050 0 0,24 268 2493 0 0,-28-323-3408 0 0,16 65 0 0 0,-18-96-86 0 0,-4-24-56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08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1 599 0 0,'0'0'4376'0'0,"8"14"-3521"0"0,-5 3-577 0 0,0 2 0 0 0,-1 34-1 0 0,0-18-285 0 0,3 249 8 0 0,-5-283 0 0 0,2 26-10 0 0,-2-24-33 0 0,-1 3 44 0 0,0-4 27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09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173 129 287 0 0,'0'-3'0'0'0,"3"-10"0"0"0,-1 8 90 0 0,0 0 0 0 0,1 0-1 0 0,0 0 1 0 0,0 1 0 0 0,4-6-1 0 0,-3 6 174 0 0,-1 0-1 0 0,0 0 1 0 0,0-1 0 0 0,-1 1-1 0 0,4-9 1 0 0,2-14 1631 0 0,-8 25-1524 0 0,0 1 115 0 0,0 0 1 0 0,0-1 0 0 0,0 1 0 0 0,0-1-1 0 0,0 1 1 0 0,0 0 0 0 0,0-1 0 0 0,0 1-1 0 0,-1-3 1 0 0,-6 11-410 0 0,-13 13 68 0 0,-24 33 0 0 0,11-12-28 0 0,28-36-87 0 0,3-3-22 0 0,0-1-1 0 0,0 1 1 0 0,1-1-1 0 0,-1 1 1 0 0,1 0-1 0 0,0 0 0 0 0,-1-1 1 0 0,1 1-1 0 0,0 0 1 0 0,0 0-1 0 0,-1 3 1 0 0,-10 30 59 0 0,5-14 118 0 0,7-19-130 0 0,-1 0-113 0 0,-1 4-3 0 0,2-4 35 0 0,-1 1 0 0 0,0 0 0 0 0,0-1 0 0 0,0 1 0 0 0,0-1 0 0 0,-1 1 0 0 0,1-1 0 0 0,-1 0 0 0 0,1 1 0 0 0,-3 1 0 0 0,2-2 1321 0 0,1-2-1224 0 0,-12 3 47 0 0,6-2 12 0 0,1 0 1 0 0,0 0-1 0 0,-1 0 1 0 0,-6-1-1 0 0,12 0 186 0 0,1 2-368 0 0,-2 4-7 0 0,2-6 57 0 0,0 0 1 0 0,0 0-1 0 0,0 1 1 0 0,-1-1 0 0 0,1 0-1 0 0,0 1 1 0 0,0-1-1 0 0,0 0 1 0 0,0 1 0 0 0,0-1-1 0 0,0 0 1 0 0,0 1-1 0 0,0-1 1 0 0,0 0 0 0 0,0 1-1 0 0,0-1 1 0 0,0 0-1 0 0,0 1 1 0 0,0-1 0 0 0,0 0-1 0 0,0 1 1 0 0,1-1-1 0 0,-1 0 1 0 0,0 0 0 0 0,0 1-1 0 0,0-1 1 0 0,0 0-1 0 0,1 1 1 0 0,-1-1 0 0 0,0 0 0 0 0,5 7-20 0 0,3 1-21 0 0,-7-7 42 0 0,0 1 1 0 0,0-1-1 0 0,0 0 1 0 0,0 0-1 0 0,0 1 0 0 0,0-1 1 0 0,1 0-1 0 0,-1 0 0 0 0,0 0 1 0 0,1 0-1 0 0,-1-1 1 0 0,1 1-1 0 0,-1 0 0 0 0,1 0 1 0 0,-1-1-1 0 0,1 1 1 0 0,-1-1-1 0 0,4 1 0 0 0,4 0-10 0 0,137 45-121 0 0,-58-30 132 0 0,-85-15-11 0 0,1 0 0 0 0,-1-1 0 0 0,0 1 0 0 0,0 0 0 0 0,0 0 0 0 0,0 1 0 0 0,0-1 1 0 0,-1 1-1 0 0,1-1 0 0 0,4 5 0 0 0,-6-6-1 0 0,11 7-2 0 0,-11-6 14 0 0,13 14 24 0 0,-13-15 249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10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62 975 0 0,'0'0'830'0'0,"-2"0"-538"0"0,-14-4 3292 0 0,18 4-3615 0 0,364-14-187 0 0,-1-15 440 0 0,-269 20 3 0 0,-8 4 147 0 0,123 8 0 0 0,-180-1-360 0 0,-29-2 280 0 0,-14 2-21 0 0,3-1 27 0 0,0-1 0 0 0,0 1 0 0 0,0-1 0 0 0,-12-2 0 0 0,-2-2-2761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11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48 1031 0 0,'0'0'3770'0'0,"-1"-2"-3808"0"0,-3-4 16 0 0,2 3-21 0 0,1-5 32 0 0,0-2 11 0 0,0 4-10 0 0,1 4-54 0 0,-5-9-318 0 0,7 34 3534 0 0,-5 72-2769 0 0,-2 21-112 0 0,4-112-269 0 0,1 0-1 0 0,0 0 1 0 0,0 0 0 0 0,0 0 0 0 0,1 5 0 0 0,0 5-3 0 0,-1 9 1 0 0,0-6 0 0 0,-2-12-11 0 0,1-4 7 0 0,0 1 1 0 0,-1-1-1 0 0,1 1 1 0 0,0 0-1 0 0,0 0 0 0 0,1 0 1 0 0,-1-1-1 0 0,0 1 1 0 0,1 0-1 0 0,-1 0 1 0 0,1 0-1 0 0,-1 0 1 0 0,1 4-1 0 0,1-4 47 0 0,4 4-15 0 0,-4-5 353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12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0 287 0 0,'0'0'11095'0'0,"-11"1"-9847"0"0,0 0-1217 0 0,1 1 1 0 0,0 1-1 0 0,0 0 1 0 0,1 0-1 0 0,-1 1 0 0 0,1 0 1 0 0,0 1-1 0 0,0 0 1 0 0,0 0-1 0 0,0 1 1 0 0,1 0-1 0 0,0 1 0 0 0,0 0 1 0 0,1 0-1 0 0,-8 10 1 0 0,11-13-67 0 0,1 0 0 0 0,0 0 0 0 0,0 0 0 0 0,1 0 1 0 0,-1 1-1 0 0,1-1 0 0 0,0 1 0 0 0,0 0 0 0 0,-1 6 1 0 0,2-9 14 0 0,1 0 1 0 0,0 0-1 0 0,-1-1 1 0 0,1 1-1 0 0,0 0 1 0 0,0 0-1 0 0,0 0 1 0 0,0 0-1 0 0,1 0 1 0 0,-1 0-1 0 0,1-1 1 0 0,-1 1-1 0 0,1 0 1 0 0,-1 0 0 0 0,1-1-1 0 0,0 1 1 0 0,0 0-1 0 0,0-1 1 0 0,0 1-1 0 0,0 0 1 0 0,0-1-1 0 0,0 0 1 0 0,1 1-1 0 0,-1-1 1 0 0,0 0-1 0 0,1 1 1 0 0,2 1-1 0 0,3 0-9 0 0,0 0 1 0 0,-1 0-1 0 0,1-1 0 0 0,0 0 0 0 0,0 0 0 0 0,0 0 0 0 0,9 0 1 0 0,-7-1 23 0 0,0 1 0 0 0,-1 0-1 0 0,1 0 1 0 0,14 7 0 0 0,-19-7 5 0 0,-1 0 0 0 0,1 0 0 0 0,-1 0 0 0 0,1 1 0 0 0,-1 0 0 0 0,0 0 0 0 0,0 0 0 0 0,0 0 0 0 0,-1 0 0 0 0,1 0 0 0 0,-1 1 0 0 0,1-1 0 0 0,-1 1 0 0 0,0 0 0 0 0,-1-1 0 0 0,1 1 0 0 0,-1 0 0 0 0,2 6 0 0 0,0 5 0 0 0,-1 0 0 0 0,0-1 0 0 0,-2 29 0 0 0,0-33 0 0 0,0-7 7 0 0,1 1-1 0 0,-1-1 0 0 0,-1 1 0 0 0,1-1 1 0 0,-1 1-1 0 0,1-1 0 0 0,-1 1 0 0 0,0-1 0 0 0,0 1 1 0 0,0-1-1 0 0,-1 0 0 0 0,1 1 0 0 0,-1-1 1 0 0,-3 4-1 0 0,2-2 18 0 0,-1 0-5 0 0,0 0 0 0 0,0 0 0 0 0,-1 0 0 0 0,0-1 0 0 0,0 1 0 0 0,-1-1 0 0 0,1-1 0 0 0,-1 1 0 0 0,1-1 0 0 0,-1 1 0 0 0,-10 2 0 0 0,-4 2 169 0 0,-1-2 1 0 0,-25 6-1 0 0,-34 0 950 0 0,25-4-235 0 0,52-8-795 0 0,0 0 0 0 0,0 1 0 0 0,0-1 0 0 0,0-1 0 0 0,0 1 0 0 0,1 0 0 0 0,-1-1 0 0 0,0 1 0 0 0,-6-3 0 0 0,8 3 332 0 0,-7-4 94 0 0,4 2-536 0 0,-3-2-1907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15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92 343 0 0,'0'0'162'0'0,"-1"-11"508"0"0,0 1-17 0 0,0 0 0 0 0,1-16-1 0 0,1 9 654 0 0,-1 15-567 0 0,-1 2-659 0 0,1-1 0 0 0,0 0-1 0 0,0 1 1 0 0,-1-1 0 0 0,1 0 0 0 0,0 0-1 0 0,0 1 1 0 0,0-1 0 0 0,0 0-1 0 0,0 0 1 0 0,0 1 0 0 0,0-1 0 0 0,0 0-1 0 0,0-1 1 0 0,0-1 727 0 0,-2 11-653 0 0,-1 11-96 0 0,2 1 0 0 0,0 0-1 0 0,1 0 1 0 0,5 38-1 0 0,12 64-225 0 0,-17-114 158 0 0,0 8-361 0 0,0-15 31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15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43 1151 0 0,'0'0'920'0'0,"-2"0"-853"0"0,-6-1-54 0 0,0 2 3 0 0,7-1 504 0 0,22 10-501 0 0,-6-6-21 0 0,1-1-1 0 0,-1-1 1 0 0,1 0-1 0 0,18 0 1 0 0,10 1 3 0 0,29 0 139 0 0,113-8 0 0 0,-89 1-44 0 0,548-30 817 0 0,-321 16-610 0 0,-138 10-303 0 0,-139 6 680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16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2 1151 0 0,'0'0'2208'0'0,"-12"0"-1620"0"0,8-1-541 0 0,3 1-37 0 0,0-1 1 0 0,-1 1-1 0 0,1 0 0 0 0,-1 0 0 0 0,1 0 0 0 0,-1 1 0 0 0,1-1 0 0 0,-1 0 0 0 0,1 0 0 0 0,-1 1 0 0 0,1-1 0 0 0,0 1 1 0 0,-1-1-1 0 0,1 1 0 0 0,0-1 0 0 0,-1 1 0 0 0,1 0 0 0 0,-1 1 0 0 0,-4 2-12 0 0,0 0 1 0 0,1 0-1 0 0,0 0 1 0 0,0 1-1 0 0,0-1 0 0 0,0 1 1 0 0,1 1-1 0 0,0-1 0 0 0,0 0 1 0 0,-6 11-1 0 0,5-5-37 0 0,0-1-1 0 0,1 1 0 0 0,0-1 0 0 0,0 1 1 0 0,-2 19-1 0 0,5-27 36 0 0,1 0-1 0 0,0 0 1 0 0,1 1-1 0 0,-1-1 1 0 0,0 0-1 0 0,1 0 1 0 0,0 0-1 0 0,-1 1 1 0 0,1-1-1 0 0,1 0 1 0 0,-1 0-1 0 0,0 0 1 0 0,1 0-1 0 0,-1-1 1 0 0,1 1 0 0 0,0 0-1 0 0,0-1 1 0 0,0 1-1 0 0,0-1 1 0 0,1 1-1 0 0,-1-1 1 0 0,1 0-1 0 0,-1 0 1 0 0,1 0-1 0 0,0-1 1 0 0,-1 1-1 0 0,1 0 1 0 0,0-1-1 0 0,0 0 1 0 0,4 1-1 0 0,14 8 5 0 0,0 0 0 0 0,0 1 0 0 0,27 21 0 0 0,-37-25 0 0 0,2 3-10 0 0,-12-7-33 0 0,0-2 44 0 0,0 1 1 0 0,-1 0-1 0 0,1 0 0 0 0,-1 0 0 0 0,0 0 0 0 0,1 0 1 0 0,-1 0-1 0 0,0 0 0 0 0,0 0 0 0 0,0 0 0 0 0,-1 0 1 0 0,1-1-1 0 0,0 1 0 0 0,-1 0 0 0 0,1 0 0 0 0,-1 0 1 0 0,0 0-1 0 0,1 0 0 0 0,-1-1 0 0 0,0 1 0 0 0,0 0 1 0 0,0-1-1 0 0,-2 3 0 0 0,1-2 13 0 0,-1 3-5 0 0,-1 0 1 0 0,0-1-1 0 0,-1 1 1 0 0,1-1-1 0 0,-1 0 1 0 0,0 0-1 0 0,0-1 1 0 0,0 1-1 0 0,0-1 1 0 0,-1-1-1 0 0,-6 4 1 0 0,-3 0-2 0 0,-1-1 0 0 0,-31 7 0 0 0,17-6 192 0 0,0-2 0 0 0,-45 0 0 0 0,73-4 414 0 0,3-1-1256 0 0,4-4-986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16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765 24 1583 0 0,'2'-10'2260'0'0,"-3"9"-2352"0"0,1 1 215 0 0,0-1 1 0 0,0 1 0 0 0,0-1 0 0 0,0 1-1 0 0,0-1 1 0 0,0 1 0 0 0,0-1 0 0 0,0 1-1 0 0,0-1 1 0 0,0 1 0 0 0,-1-1 0 0 0,1 1-1 0 0,0-1 1 0 0,0 1 0 0 0,-1-1 0 0 0,1 1-1 0 0,0 0 1 0 0,-1-1 0 0 0,1 1 0 0 0,0-1-1 0 0,-1 1 1 0 0,1 0 0 0 0,-1-1 0 0 0,1 1 0 0 0,-1 0-1 0 0,1 0 1 0 0,-1-1 0 0 0,1 1 0 0 0,0 0-1 0 0,-1 0 1 0 0,1 0 0 0 0,-1 0 0 0 0,0-1-1 0 0,0 1 1 0 0,-1 0 265 0 0,-19 8 563 0 0,15-5-846 0 0,-1 1 0 0 0,1 0 0 0 0,0 0 0 0 0,0 1 0 0 0,0-1-1 0 0,-5 7 1 0 0,-31 36 201 0 0,25-26-163 0 0,-264 277 112 0 0,225-238-276 0 0,36-36 3 0 0,-2-1 0 0 0,-43 36-1 0 0,-115 68 70 0 0,179-126-114 0 0,15 1-141 0 0,-10-2 163 0 0,2 0-250 0 0,1 0-1 0 0,-1 0 0 0 0,1-1 0 0 0,9-2 1 0 0,-4-1-3012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17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368 100 775 0 0,'-1'-7'286'0'0,"0"3"2692"0"0,1-4-2488 0 0,0 6 582 0 0,0 0-522 0 0,-1-2-317 0 0,0 0-1 0 0,0 0 0 0 0,-1 1 0 0 0,1-1 1 0 0,-1 0-1 0 0,0 0 0 0 0,0 1 0 0 0,0-1 0 0 0,0 1 1 0 0,-1-1-1 0 0,1 1 0 0 0,-1 0 0 0 0,0 0 1 0 0,0 0-1 0 0,0 1 0 0 0,-1-1 0 0 0,1 1 1 0 0,0 0-1 0 0,-1-1 0 0 0,0 1 0 0 0,1 1 1 0 0,-1-1-1 0 0,0 1 0 0 0,0-1 0 0 0,0 1 0 0 0,0 0 1 0 0,0 1-1 0 0,0-1 0 0 0,0 1 0 0 0,0-1 1 0 0,-1 1-1 0 0,1 1 0 0 0,-5 0 0 0 0,-4 1-243 0 0,0 0 0 0 0,0 2 0 0 0,0-1 0 0 0,1 2 0 0 0,0 0 0 0 0,-1 0 0 0 0,2 1-1 0 0,-20 13 1 0 0,15-7-14 0 0,0 1 1 0 0,0 1-1 0 0,1 1 0 0 0,-23 28 0 0 0,35-39 9 0 0,0 0-1 0 0,1 0 0 0 0,-1 0 0 0 0,1 0 1 0 0,0 0-1 0 0,0 0 0 0 0,0 1 1 0 0,1-1-1 0 0,-1 0 0 0 0,1 1 1 0 0,0 0-1 0 0,1-1 0 0 0,-1 1 0 0 0,1 0 1 0 0,0-1-1 0 0,0 1 0 0 0,0 0 1 0 0,1 6-1 0 0,5 2-85 0 0,-1-10 87 0 0,-2-2-1 0 0,2 3 1 0 0,0-1 0 0 0,1 0 0 0 0,0 0 1 0 0,-1 0-1 0 0,1-1 0 0 0,0 0 1 0 0,0 0-1 0 0,0 0 0 0 0,1-1 0 0 0,-1 0 1 0 0,0 0-1 0 0,1 0 0 0 0,-1-1 1 0 0,0 0-1 0 0,12-2 0 0 0,-7 1 15 0 0,0-1 0 0 0,1-1-1 0 0,-1 0 1 0 0,0 0 0 0 0,-1-1 0 0 0,1 0 0 0 0,19-12-1 0 0,-23 12 13 0 0,-1-1 1 0 0,0 0-1 0 0,-1 0 0 0 0,1 0 0 0 0,-1 0 0 0 0,0-1 1 0 0,0 0-1 0 0,6-12 0 0 0,2-4 54 0 0,11-31 0 0 0,10-16 212 0 0,-30 64-299 0 0,-1 7 6 0 0,-1 5-6 0 0,-2-7 18 0 0,3 19-54 0 0,-1 0 0 0 0,-1 21 0 0 0,3 25-125 0 0,-1-34 116 0 0,5 25-13 0 0,-7-51-167 0 0,0 1 0 0 0,1-1 0 0 0,0 1 0 0 0,0-1 0 0 0,0 0 0 0 0,1 0 0 0 0,4 7 0 0 0,2-5-2778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17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74 599 0 0,'0'0'2550'0'0,"2"-1"-2262"0"0,23-10 239 0 0,0 1 0 0 0,1 1-1 0 0,47-11 1 0 0,-20 11 325 0 0,53-3-1 0 0,-85 11-567 0 0,0 0-1 0 0,26 4 1 0 0,-40-2-277 0 0,-6-1-78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18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2271 0 0,'0'0'102'0'0,"0"-2"-1"0"0,0-4-9 0 0,0 4 272 0 0,29-14 3853 0 0,-18 15-687 0 0,-9 3-3403 0 0,0 0 1 0 0,1 0 0 0 0,-1 0 0 0 0,0 1-1 0 0,0-1 1 0 0,-1 0 0 0 0,1 1-1 0 0,0-1 1 0 0,-1 1 0 0 0,0-1 0 0 0,1 1-1 0 0,-1 0 1 0 0,0 0 0 0 0,-1-1-1 0 0,1 1 1 0 0,0 4 0 0 0,2 9 236 0 0,0 29 1 0 0,-2-34-320 0 0,5 74 137 0 0,-2-39-282 0 0,-2-1-1 0 0,-4 65 1 0 0,0-99 52 0 0,1-5 10 0 0,1 0-1 0 0,0 0 1 0 0,0 0 0 0 0,0 0 0 0 0,1 8 0 0 0,0-6-627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18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4663 0 0,'0'0'210'0'0,"0"2"16"0"0,-1 20 27 0 0,-1 0 0 0 0,-2-1-1 0 0,-6 24 1 0 0,-5 35 248 0 0,-23 115-685 0 0,29-156-2116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19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0 599 0 0,'0'0'2462'0'0,"1"2"-2349"0"0,1 3-71 0 0,0 0 0 0 0,0 0 1 0 0,-1 0-1 0 0,1 0 0 0 0,-1 0 0 0 0,0 1 0 0 0,0 7 0 0 0,1 44 37 0 0,-2-50-56 0 0,8 226-1199 0 0,-6-219 114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20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18 775 0 0,'-2'0'70'0'0,"-7"0"20"0"0,-1 1-10 0 0,2 0-53 0 0,6-1 298 0 0,4 1-315 0 0,-1 0-1 0 0,0-1 0 0 0,1 1 0 0 0,-1 0 0 0 0,0 0 0 0 0,1-1 0 0 0,-1 1 0 0 0,1-1 0 0 0,1 1 0 0 0,13 2 39 0 0,-1-1 0 0 0,0-1 1 0 0,1 0-1 0 0,28-2 0 0 0,-4-1-32 0 0,69 3 25 0 0,269-7 274 0 0,66-9 1087 0 0,-110 6-820 0 0,-174 7 1293 0 0,-174 3-1946 0 0,0 1 0 0 0,-18 3 0 0 0,18-1-303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20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9 599 0 0,'0'0'320'0'0,"-11"-4"654"0"0,8 3-879 0 0,0 0 1 0 0,0 0-1 0 0,0 1 0 0 0,0-1 1 0 0,0 1-1 0 0,0 0 0 0 0,0 0 1 0 0,0 0-1 0 0,0 0 1 0 0,1 0-1 0 0,-1 1 0 0 0,0-1 1 0 0,0 1-1 0 0,0 0 0 0 0,0 0 1 0 0,0 0-1 0 0,-3 2 0 0 0,-5 3 62 0 0,0 1 0 0 0,-19 15 0 0 0,12-8-54 0 0,13-11-103 0 0,0 1 0 0 0,1 0 0 0 0,0 0 0 0 0,0 1 0 0 0,0-1 0 0 0,0 1 0 0 0,0 0 0 0 0,1 0 0 0 0,0 0 0 0 0,-4 9 0 0 0,4-6 0 0 0,3-7 0 0 0,-1-1 0 0 0,1 1 0 0 0,0 0 0 0 0,-1-1 0 0 0,1 1 0 0 0,0 0 0 0 0,0-1 0 0 0,0 1 0 0 0,0 0 0 0 0,0-1 0 0 0,0 1 0 0 0,0 0 0 0 0,0-1 0 0 0,0 1 0 0 0,0 0 0 0 0,0-1 0 0 0,0 1 0 0 0,0 0 0 0 0,0-1 0 0 0,1 1 0 0 0,-1 0 0 0 0,0-1 0 0 0,0 1 0 0 0,1 0 0 0 0,0 1 0 0 0,2 2-3 0 0,-1 1-1 0 0,1-1 1 0 0,0 1-1 0 0,0-1 1 0 0,0 0-1 0 0,0-1 0 0 0,1 1 1 0 0,0 0-1 0 0,-1-1 1 0 0,1 0-1 0 0,6 4 1 0 0,-4-2-5 0 0,1 0 1 0 0,11 13 0 0 0,-11-10-12 0 0,-1 1-1 0 0,0-1 1 0 0,-1 1-1 0 0,0 1 1 0 0,0-1-1 0 0,5 16 0 0 0,-8-20 10 0 0,-1 0 0 0 0,0 1-1 0 0,0-1 1 0 0,0 0 0 0 0,0 1-1 0 0,-1-1 1 0 0,0 1 0 0 0,0-1-1 0 0,-1 0 1 0 0,1 1 0 0 0,-1-1-1 0 0,0 0 1 0 0,-1 1 0 0 0,-2 7-1 0 0,3-11 7 0 0,0 0 0 0 0,-1 0 0 0 0,1-1 0 0 0,0 1 0 0 0,-1 0 0 0 0,0-1-1 0 0,1 1 1 0 0,-1-1 0 0 0,0 1 0 0 0,0-1 0 0 0,1 0 0 0 0,-1 1 0 0 0,0-1-1 0 0,0 0 1 0 0,-1-1 0 0 0,1 1 0 0 0,0 0 0 0 0,0 0 0 0 0,0-1 0 0 0,-4 1-1 0 0,-3 0-12 0 0,0 0 0 0 0,-1 0 0 0 0,-14-2-1 0 0,18 1 15 0 0,-1-1-70 0 0,1 1-1 0 0,-1-1 1 0 0,1 0 0 0 0,0 0 0 0 0,-1 0 0 0 0,1-1-1 0 0,-9-3 1 0 0,6 0-1058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21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554 10 1583 0 0,'0'0'68'0'0,"1"-2"2"0"0,4-6 2330 0 0,-18 8-1732 0 0,9 0-592 0 0,1 1 0 0 0,0-1 0 0 0,0 1 0 0 0,-1 0 0 0 0,1 0 0 0 0,0 0 0 0 0,0 0 0 0 0,0 1 1 0 0,0-1-1 0 0,0 1 0 0 0,0 0 0 0 0,1 0 0 0 0,-1 0 0 0 0,0 0 0 0 0,-3 4 0 0 0,-5 5 19 0 0,1 1 0 0 0,-10 15 0 0 0,-4 5-27 0 0,-38 45-68 0 0,18-19 0 0 0,43-57 1 0 0,-91 106-99 0 0,69-83 60 0 0,0-1 0 0 0,-35 26 1 0 0,36-34-99 0 0,1 1 1 0 0,0 1-1 0 0,2 1 1 0 0,-24 27-1 0 0,42-44-276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21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309 101 1807 0 0,'-6'-5'160'0'0,"-20"-13"-101"0"0,25 17 160 0 0,-1 1-81 0 0,0-1-1 0 0,0 0 1 0 0,0 0 0 0 0,1 0-1 0 0,-1-1 1 0 0,0 1 0 0 0,1 0 0 0 0,-1-1-1 0 0,-1-1 1 0 0,3 3-136 0 0,-4-7 688 0 0,0 1 1 0 0,0 0-1 0 0,-1-1 1 0 0,-8-7-1 0 0,10 11-533 0 0,0 1-1 0 0,1 0 1 0 0,-1 0-1 0 0,0 0 1 0 0,-1 0-1 0 0,1 0 0 0 0,0 1 1 0 0,0-1-1 0 0,-1 1 1 0 0,1 0-1 0 0,-1 0 1 0 0,1 0-1 0 0,-1 1 0 0 0,1-1 1 0 0,-7 1-1 0 0,1 1-162 0 0,0 0-1 0 0,0 1 0 0 0,1 0 1 0 0,-1 1-1 0 0,1 0 0 0 0,-1 0 1 0 0,1 1-1 0 0,-10 6 0 0 0,11-5-21 0 0,0 0 0 0 0,0 0 0 0 0,1 1 0 0 0,0 0 0 0 0,0 1 0 0 0,0-1 0 0 0,1 1 0 0 0,-7 11 0 0 0,10-14 12 0 0,-1 0 0 0 0,1 1 0 0 0,0-1-1 0 0,0 0 1 0 0,0 1 0 0 0,0 0 0 0 0,1-1-1 0 0,0 1 1 0 0,0 0 0 0 0,0 0 0 0 0,1 0 0 0 0,0 0-1 0 0,0 0 1 0 0,0-1 0 0 0,0 1 0 0 0,2 7-1 0 0,-1-10 7 0 0,-1 0-1 0 0,1 0 0 0 0,0 0 1 0 0,0 0-1 0 0,0 0 0 0 0,0-1 0 0 0,1 1 1 0 0,-1 0-1 0 0,0-1 0 0 0,1 1 1 0 0,-1-1-1 0 0,1 0 0 0 0,-1 1 0 0 0,1-1 1 0 0,0 0-1 0 0,0 0 0 0 0,-1 0 1 0 0,1 0-1 0 0,0 0 0 0 0,0 0 0 0 0,3 0 1 0 0,4 1-2 0 0,-1 0 0 0 0,1-1 0 0 0,15 1 0 0 0,-10-2 23 0 0,-9 1-6 0 0,-1-1 0 0 0,1 0 0 0 0,0 0 0 0 0,-1-1 0 0 0,1 1-1 0 0,-1-1 1 0 0,1 0 0 0 0,-1 0 0 0 0,1-1 0 0 0,7-3 0 0 0,-4 0 5 0 0,0-1 1 0 0,-7 5-8 0 0,0 0 1 0 0,-1 0-1 0 0,1 0 1 0 0,0 0-1 0 0,-1 0 1 0 0,1 0-1 0 0,-1-1 1 0 0,0 1-1 0 0,1 0 1 0 0,-1 0-1 0 0,0 0 1 0 0,1-2-1 0 0,0-4 5 0 0,12-12 58 0 0,-10 13-27 0 0,1 0 1 0 0,-2 0-1 0 0,4-7 0 0 0,-4 7 18 0 0,-2 5-45 0 0,1 0 0 0 0,-1 0 0 0 0,0 0 0 0 0,0 0 0 0 0,0 0 0 0 0,0 0 0 0 0,0 0 0 0 0,0 1 0 0 0,0-1 0 0 0,0 0 0 0 0,0 0 0 0 0,0 0 0 0 0,-1-1 0 0 0,1-8 26 0 0,1 9 28 0 0,-1 1-59 0 0,1 0-1 0 0,-1 0 1 0 0,0 0-1 0 0,1-1 1 0 0,-1 1-1 0 0,0 0 0 0 0,1 0 1 0 0,-1 0-1 0 0,0 0 1 0 0,1-1-1 0 0,-1 1 1 0 0,0 0-1 0 0,1 0 0 0 0,-1 0 1 0 0,0-1-1 0 0,0 1 1 0 0,1 0-1 0 0,-1-1 1 0 0,0 1-1 0 0,0 0 0 0 0,1-1 1 0 0,-1 1-1 0 0,0-1 1 0 0,0 1-4 0 0,0 0 1 0 0,0 0 0 0 0,0-1-1 0 0,1 1 1 0 0,-1 0-1 0 0,0 0 1 0 0,0-1 0 0 0,0 1-1 0 0,0 0 1 0 0,0 0 0 0 0,1 0-1 0 0,-1 0 1 0 0,0-1-1 0 0,0 1 1 0 0,0 0 0 0 0,1 0-1 0 0,-1 0 1 0 0,0 0 0 0 0,0-1-1 0 0,1 1 1 0 0,-1 0-1 0 0,0 0 1 0 0,0 0 0 0 0,1 0-1 0 0,-1 0 1 0 0,0 0-1 0 0,0 0 1 0 0,1 0 0 0 0,-1 0-1 0 0,0 0 1 0 0,0 0 0 0 0,1 0-1 0 0,-1 0 1 0 0,0 0-1 0 0,1 0 1 0 0,-1 0 0 0 0,0 0-1 0 0,0 0 1 0 0,0 1 0 0 0,1-1-1 0 0,-1 0 1 0 0,0 0-1 0 0,0 0 1 0 0,1 0 0 0 0,-1 0-1 0 0,0 1 1 0 0,0-1 0 0 0,0 0-1 0 0,1 0 1 0 0,-1 0-1 0 0,0 1 1 0 0,0-1 0 0 0,0 0-1 0 0,0 0 1 0 0,0 0 0 0 0,1 1-1 0 0,-1-1 1 0 0,0 1-1 0 0,3 3-7 0 0,-1 0-1 0 0,0 1 0 0 0,0 0 1 0 0,0 0-1 0 0,0-1 1 0 0,0 1-1 0 0,-1 0 0 0 0,0 0 1 0 0,0 0-1 0 0,-1 1 0 0 0,1 4 1 0 0,0-2-7 0 0,0 0 0 0 0,0 0 0 0 0,4 10 1 0 0,-4-14 4 0 0,12 36-106 0 0,-12-38 108 0 0,0 0-1 0 0,-1 0 0 0 0,1 0 1 0 0,0-1-1 0 0,0 1 0 0 0,0 0 1 0 0,0-1-1 0 0,0 1 0 0 0,0-1 1 0 0,0 1-1 0 0,0-1 0 0 0,1 0 1 0 0,-1 1-1 0 0,1-1 0 0 0,-1 0 1 0 0,1 0-1 0 0,2 1 0 0 0,3 2-34 0 0,0 0-1 0 0,15 3 0 0 0,-11-3 27 0 0,-10-2-10 0 0,0-2 16 0 0,-1 0 1 0 0,1 1-1 0 0,0-1 0 0 0,-1 1 1 0 0,1-1-1 0 0,-1 0 1 0 0,1 0-1 0 0,0 1 0 0 0,-1-1 1 0 0,1 0-1 0 0,0 0 0 0 0,-1 0 1 0 0,1 0-1 0 0,0 0 0 0 0,0 0 1 0 0,-1 0-1 0 0,1 0 1 0 0,0 0-1 0 0,-1 0 0 0 0,1 0 1 0 0,1-1-1 0 0,5 1-143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22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8 599 0 0,'-34'-7'856'0'0,"29"7"384"0"0,23 4-766 0 0,4 1-347 0 0,1-2 0 0 0,-1 0 0 0 0,1-1 0 0 0,0-2 0 0 0,0 0 0 0 0,0-1 0 0 0,36-7 0 0 0,-30 4-218 0 0,-17 2 4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22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0 287 0 0,'0'0'3247'0'0,"1"2"-2998"0"0,1 11-36 0 0,0-1-1 0 0,-1 1 1 0 0,0 0-1 0 0,-2 0 1 0 0,-2 23-1 0 0,1 3-215 0 0,-3 155-149 0 0,5-173 80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23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2271 0 0,'0'0'2484'0'0,"1"1"-2168"0"0,3 12 73 0 0,0 0 0 0 0,-1 0-1 0 0,0 1 1 0 0,2 20-1 0 0,-2 59 733 0 0,-2-47-953 0 0,-1 8-260 0 0,-3 1 0 0 0,-1-1 0 0 0,-3 0 0 0 0,-3 0 0 0 0,-17 57 0 0 0,23-97-1801 0 0,0-4-630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31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4 287 0 0,'-2'-4'21204'0'0,"4"9"-20828"0"0,0-1-3465 0 0,2 1 3091 0 0,-1 1 0 0 0,-1 0 1 0 0,1 0-1 0 0,-1 0 0 0 0,0 1 1 0 0,2 8-1 0 0,5 44-3 0 0,-5-29-1 0 0,0 4 15 0 0,-1 1 0 0 0,-2 0 0 0 0,-2-1-1 0 0,-5 42 1 0 0,3-50-12 0 0,0-8 4 0 0,0 23 1 0 0,1-22-1604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34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15 149 599 0 0,'0'0'148'0'0,"-1"-2"-17"0"0,-12-37 9001 0 0,13 37-8647 0 0,0-4-326 0 0,0 1 0 0 0,0-1 0 0 0,1 0 0 0 0,0 0 0 0 0,2-7 0 0 0,-2 10-97 0 0,0 0 0 0 0,1 0 0 0 0,-1 0 0 0 0,1 0-1 0 0,0 1 1 0 0,-1-1 0 0 0,1 1 0 0 0,1-1 0 0 0,-1 1 0 0 0,0-1-1 0 0,5-2 1 0 0,-1 1-67 0 0,-1 1 0 0 0,1-1 0 0 0,0 1 0 0 0,0 1-1 0 0,0-1 1 0 0,0 1 0 0 0,1 0 0 0 0,-1 0 0 0 0,0 1 0 0 0,1 0-1 0 0,0 0 1 0 0,10 0 0 0 0,-11 1-1 0 0,0 0 0 0 0,0 1-1 0 0,0-1 1 0 0,1 1 0 0 0,-1 0 0 0 0,0 1-1 0 0,0-1 1 0 0,0 1 0 0 0,-1 1 0 0 0,1-1-1 0 0,0 1 1 0 0,-1 0 0 0 0,8 5 0 0 0,-9-4-5 0 0,0-1 0 0 0,-1 1 0 0 0,0 0 0 0 0,0 0 0 0 0,0 1 1 0 0,0-1-1 0 0,-1 1 0 0 0,1-1 0 0 0,-1 1 0 0 0,3 9 0 0 0,0 4-5 0 0,5 29 0 0 0,-9-38 18 0 0,0 2 0 0 0,0 0-1 0 0,-1 1 1 0 0,-1-1 0 0 0,0 0-1 0 0,0 0 1 0 0,-1 0-1 0 0,-1 0 1 0 0,1 0-1 0 0,-2 0 1 0 0,0-1-1 0 0,-5 12 1 0 0,4-14 135 0 0,-1 0 0 0 0,1-1 1 0 0,-1 0-1 0 0,-1 0 0 0 0,1 0 0 0 0,-15 11 0 0 0,-16 16 668 0 0,36-33-789 0 0,0 0 0 0 0,0 0 0 0 0,1-1 0 0 0,-1 1 0 0 0,0 0 0 0 0,1 0 0 0 0,-1 0 0 0 0,0 0 0 0 0,1 0 0 0 0,-1 0 0 0 0,1 0 0 0 0,0 1 0 0 0,-1 1 0 0 0,1-3-9 0 0,1 1-1 0 0,-1 0 0 0 0,0-1 1 0 0,1 1-1 0 0,-1-1 0 0 0,1 1 1 0 0,-1 0-1 0 0,1-1 0 0 0,-1 1 1 0 0,1-1-1 0 0,0 1 0 0 0,-1-1 1 0 0,1 0-1 0 0,0 1 0 0 0,-1-1 1 0 0,1 0-1 0 0,0 1 0 0 0,-1-1 1 0 0,1 0-1 0 0,0 0 0 0 0,0 0 1 0 0,-1 1-1 0 0,2-1 0 0 0,9 1-6 0 0,-1 1 0 0 0,0-2 0 0 0,1 1 0 0 0,-1-1-1 0 0,0-1 1 0 0,15-2 0 0 0,14-1 12 0 0,57-3 45 0 0,53-1 40 0 0,-132 8-67 0 0,1 1 0 0 0,-1 1 1 0 0,0 0-1 0 0,0 2 0 0 0,0 0 0 0 0,22 8 0 0 0,-37-12-27 0 0,-1 0 0 0 0,0 1-1 0 0,-1-1 1 0 0,1 0 0 0 0,0 0 0 0 0,-1 0-1 0 0,1 1 1 0 0,-1-1 0 0 0,1 1-1 0 0,-1-1 1 0 0,1 0 0 0 0,-1 1 0 0 0,1-1-1 0 0,-1 1 1 0 0,1-1 0 0 0,-1 1 0 0 0,1-1-1 0 0,-1 1 1 0 0,1-1 0 0 0,-1 1 0 0 0,1 0-1 0 0,-1 0 10 0 0,0-1 0 0 0,0 0 1 0 0,1 0-1 0 0,-1 1 0 0 0,0-1 0 0 0,0 0 0 0 0,0 0 0 0 0,0 1 0 0 0,1-1 0 0 0,-1 0 0 0 0,0 1 0 0 0,0-1 0 0 0,0 0 0 0 0,0 1 0 0 0,0-1 1 0 0,0 0-1 0 0,0 1 0 0 0,0-1 0 0 0,0 0 0 0 0,0 0 0 0 0,0 1 0 0 0,0-1 0 0 0,0 0 0 0 0,0 1 0 0 0,0-1 0 0 0,0 0 0 0 0,0 1 0 0 0,0-1 1 0 0,0 0-1 0 0,-1 1 0 0 0,1-1 0 0 0,0 0 0 0 0,0 0 0 0 0,0 1 0 0 0,0-1 0 0 0,-1 0 0 0 0,1 1 0 0 0,-22 12 429 0 0,20-11-436 0 0,-1-1-1 0 0,1 0 0 0 0,-1 1 0 0 0,0-1 1 0 0,1-1-1 0 0,-1 1 0 0 0,0 0 0 0 0,-3 0 1 0 0,1 0-1228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44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1309 238 775 0 0,'0'0'378'0'0,"2"-11"191"0"0,-4 5-406 0 0,1 1 0 0 0,-1 0 0 0 0,0-1 0 0 0,-1 1 0 0 0,1 0 0 0 0,-1 0 0 0 0,-5-7-1 0 0,-29-33 182 0 0,12 16 94 0 0,18 21-358 0 0,-4-6 164 0 0,-1 0 0 0 0,-23-21 0 0 0,31 31-208 0 0,0 1-1 0 0,0 0 1 0 0,0 0-1 0 0,-1 0 1 0 0,1 1-1 0 0,-1 0 1 0 0,0 0-1 0 0,0 0 1 0 0,0 0-1 0 0,0 1 1 0 0,0-1-1 0 0,0 1 0 0 0,0 1 1 0 0,-7-1-1 0 0,-318 0-328 0 0,281 0 349 0 0,-54 3-59 0 0,-63 27 3 0 0,149-25 0 0 0,0 2 0 0 0,0 0 0 0 0,1 1 0 0 0,-29 17 0 0 0,-58 43 0 0 0,101-65 0 0 0,-10 6 8 0 0,-17 13-44 0 0,-50 43 0 0 0,68-51 37 0 0,0 0-1 0 0,1 1 0 0 0,-10 18 0 0 0,2-3 53 0 0,14-23-48 0 0,0 0 0 0 0,1 1 0 0 0,0 0 0 0 0,0-1 1 0 0,1 1-1 0 0,-1 0 0 0 0,1 0 0 0 0,1 1 0 0 0,0-1 1 0 0,0 0-1 0 0,0 1 0 0 0,1-1 0 0 0,0 0 0 0 0,0 1 0 0 0,1-1 1 0 0,1 8-1 0 0,2 9-3 0 0,2-1 0 0 0,11 31 0 0 0,2 10-6 0 0,-15-48-8 0 0,1 0-1 0 0,1 0 0 0 0,0-1 0 0 0,0 1 0 0 0,2-1 1 0 0,0-1-1 0 0,1 0 0 0 0,0 0 0 0 0,13 15 0 0 0,1-6 5 0 0,1 0 0 0 0,0-1 0 0 0,2-2 0 0 0,0-1 0 0 0,2 0 0 0 0,0-2 0 0 0,41 18 0 0 0,-23-14 8 0 0,19 8 0 0 0,223 78 0 0 0,-262-98 7 0 0,1-1-1 0 0,-1-1 1 0 0,1-1-1 0 0,1-1 0 0 0,-1-2 1 0 0,1 0-1 0 0,-1-2 1 0 0,1-1-1 0 0,52-7 0 0 0,35-10 37 0 0,79-15 50 0 0,-179 28-68 0 0,-1 0 0 0 0,0 0 0 0 0,0-2-1 0 0,0 0 1 0 0,14-8 0 0 0,-21 9 5 0 0,1 0-1 0 0,-1 0 1 0 0,1-1 0 0 0,-2 0 0 0 0,1 0 0 0 0,-1-1 0 0 0,1 0-1 0 0,-2 0 1 0 0,8-11 0 0 0,0-6 539 0 0,-2-1-1 0 0,9-27 1 0 0,0 2 261 0 0,-15 36-653 0 0,-1 1-1 0 0,0-1 1 0 0,-1 0 0 0 0,-1 0-1 0 0,0 0 1 0 0,-1 0 0 0 0,-1-23-1 0 0,-2 5 154 0 0,-1 0-1 0 0,-10-40 0 0 0,-1 8-101 0 0,-3 1-1 0 0,-3 1 0 0 0,-40-87 1 0 0,54 137-84 0 0,-1 0 1 0 0,0 0-1 0 0,-1 1 0 0 0,0 0 1 0 0,-16-16-1 0 0,18 20-535 0 0,-1 1 0 0 0,0 0 1 0 0,-1 1-1 0 0,1-1 0 0 0,-1 1 0 0 0,0 1 0 0 0,-1 0 0 0 0,1 0 0 0 0,-12-3 0 0 0,-3 0-3164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46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853 53 287 0 0,'0'0'522'0'0,"-5"-9"423"0"0,3 7-932 0 0,0 1 0 0 0,0-1 0 0 0,-1 1 1 0 0,1-1-1 0 0,0 1 0 0 0,0 0 0 0 0,-1 0 0 0 0,1 0 0 0 0,0 0 0 0 0,-1 0 0 0 0,1 1 1 0 0,-1-1-1 0 0,1 1 0 0 0,-1 0 0 0 0,1-1 0 0 0,-4 1 0 0 0,-2 0 73 0 0,-22 0 103 0 0,1 1 0 0 0,-1 1 0 0 0,-44 9-1 0 0,16-2 113 0 0,12 0-96 0 0,2 1 0 0 0,-58 22-1 0 0,-32 8-198 0 0,100-33-20 0 0,-38 10-17 0 0,63-14 29 0 0,-1 1-1 0 0,1 0 1 0 0,0 0-1 0 0,1 0 1 0 0,-12 9-1 0 0,-6 13 3 0 0,24-24 0 0 0,-1 1 0 0 0,1 0 0 0 0,0 0 0 0 0,0-1 0 0 0,0 2 0 0 0,1-1 0 0 0,-1 0 0 0 0,1 0 0 0 0,-2 5 0 0 0,-8 34 0 0 0,7-28 0 0 0,-2 18 0 0 0,-5 58 0 0 0,11-83-2 0 0,0-1-1 0 0,0 0 0 0 0,1 0 0 0 0,0 0 1 0 0,0 0-1 0 0,1 0 0 0 0,-1 0 0 0 0,5 10 1 0 0,3 3-19 0 0,15 22 0 0 0,-2-1 7 0 0,-2-1-18 0 0,40 56 0 0 0,-54-87 35 0 0,1-1 0 0 0,0 1 0 0 0,0-1 0 0 0,1 0-1 0 0,-1-1 1 0 0,1 0 0 0 0,1 0 0 0 0,-1-1-1 0 0,1 0 1 0 0,0 0 0 0 0,1-1 0 0 0,-1 0 0 0 0,0-1-1 0 0,1 0 1 0 0,0 0 0 0 0,0-1 0 0 0,0-1 0 0 0,0 0-1 0 0,0 0 1 0 0,0 0 0 0 0,0-2 0 0 0,12 0-1 0 0,22-5-2 0 0,0 3 0 0 0,0 1 0 0 0,55 5 0 0 0,-55 1 2 0 0,-1-2 0 0 0,59-4 0 0 0,-72-1 40 0 0,-1-2 0 0 0,0 0 0 0 0,0-2-1 0 0,38-14 1 0 0,-56 17 45 0 0,0 0 0 0 0,0-1 0 0 0,-1-1-1 0 0,1 0 1 0 0,17-14 0 0 0,-23 16-14 0 0,-1 0 0 0 0,0 0-1 0 0,0-1 1 0 0,0 0 0 0 0,0 0-1 0 0,-1 0 1 0 0,0 0 0 0 0,0 0-1 0 0,0-1 1 0 0,-1 1 0 0 0,1-1-1 0 0,-1 0 1 0 0,1-8 0 0 0,0 1 171 0 0,-1 0 0 0 0,-1-1 0 0 0,-1 1 1 0 0,0 0-1 0 0,0 0 0 0 0,-4-21 0 0 0,0 14-96 0 0,-1 0 0 0 0,0 1 0 0 0,-14-31 0 0 0,-7-2-151 0 0,-1 2-1 0 0,-35-47 1 0 0,54 84 26 0 0,-110-154-2323 0 0,75 112-4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47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904 258 431 0 0,'0'0'328'0'0,"-1"-1"-209"0"0,-2-2 36 0 0,-1 0 0 0 0,1 0 1 0 0,-1 1-1 0 0,0-1 0 0 0,0 1 0 0 0,0 0 0 0 0,-4-2 0 0 0,7 4 69 0 0,-13-5 360 0 0,11 3-488 0 0,0 0-1 0 0,0 0 0 0 0,0-1 0 0 0,1 1 1 0 0,-1-1-1 0 0,-2-2 0 0 0,-8-8 290 0 0,8 8-386 0 0,-14-14 74 0 0,-22-17 1 0 0,34 30-6 0 0,0 1 1 0 0,-1 0-1 0 0,0 1 0 0 0,1 0 1 0 0,-2 0-1 0 0,1 1 0 0 0,-12-4 0 0 0,12 6-26 0 0,-1 0 0 0 0,1 1-1 0 0,0 0 1 0 0,-1 1-1 0 0,1 0 1 0 0,0 0 0 0 0,0 0-1 0 0,-14 5 1 0 0,3-1-25 0 0,1 0-19 0 0,1 1-1 0 0,-1 0 0 0 0,1 1 1 0 0,1 1-1 0 0,-1 1 0 0 0,-22 15 1 0 0,-2 7-60 0 0,-41 38 1 0 0,29-14-50 0 0,35-36 51 0 0,-29 27 0 0 0,16-18-273 0 0,2 1 0 0 0,-48 62-1 0 0,63-72 24 0 0,-19 32 0 0 0,33-50 310 0 0,-1-1 0 0 0,0 1 0 0 0,1 0 0 0 0,0-1 0 0 0,-1 1 0 0 0,1 0 0 0 0,-1 0 0 0 0,1 0 0 0 0,0-1 0 0 0,0 1 0 0 0,-1 0 0 0 0,1 0 0 0 0,0 0 0 0 0,0 0 0 0 0,0-1 0 0 0,0 1 0 0 0,0 0 0 0 0,0 0 0 0 0,0 0 0 0 0,0 0 0 0 0,0 0 0 0 0,0-1 0 0 0,1 1 0 0 0,-1 0 0 0 0,0 0 0 0 0,1 0 0 0 0,-1-1 0 0 0,1 3 0 0 0,1-1 0 0 0,3 8 0 0 0,0 0 0 0 0,0 0 0 0 0,1-1 0 0 0,1 0 0 0 0,0 0 0 0 0,0 0 0 0 0,14 12 0 0 0,-15-15 0 0 0,8 8 0 0 0,1 0 0 0 0,0-2 0 0 0,1 0 0 0 0,0 0 0 0 0,26 13 0 0 0,-20-14 0 0 0,358 170-64 0 0,-356-173 114 0 0,1-1 0 0 0,0-1-1 0 0,0 0 1 0 0,0-2-1 0 0,1-2 1 0 0,0 0 0 0 0,0-1-1 0 0,-1-2 1 0 0,52-7-1 0 0,-69 7 24 0 0,0-1-1 0 0,1 0 0 0 0,-1 0 0 0 0,0-1 0 0 0,0 0 0 0 0,0-1 0 0 0,0 1 0 0 0,-1-2 0 0 0,1 1 0 0 0,-1-1 0 0 0,0 0 0 0 0,-1 0 0 0 0,1-1 0 0 0,-1 0 1 0 0,0 0-1 0 0,-1-1 0 0 0,6-7 0 0 0,1-3 173 0 0,-1 0 0 0 0,-1-1 1 0 0,7-19-1 0 0,-12 25-130 0 0,-1-1-1 0 0,-1 1 1 0 0,0 0-1 0 0,0-1 0 0 0,-2 0 1 0 0,2-13-1 0 0,-3 7 71 0 0,-1 0-1 0 0,-1 0 1 0 0,0 0-1 0 0,-2 0 1 0 0,0 0-1 0 0,-7-18 0 0 0,1 9 2 0 0,-1 0-1 0 0,-1 1 0 0 0,-19-30 0 0 0,6 19-181 0 0,-1 2-1 0 0,-2 0 0 0 0,-2 2 1 0 0,-48-45-1 0 0,-147-107-671 0 0,181 153 434 0 0,-3-5-329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27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91 599 0 0,'0'0'466'0'0,"2"-2"-316"0"0,0-1 71 0 0,1 0 0 0 0,0 0-1 0 0,-1 0 1 0 0,2 1-1 0 0,-1-1 1 0 0,15-9 8977 0 0,-18 4-9170 0 0,0 6 182 0 0,-2 2-144 0 0,-3 2-45 0 0,0 0 1 0 0,0 0-1 0 0,0 0 0 0 0,0 1 1 0 0,0 0-1 0 0,0 0 1 0 0,1 0-1 0 0,-1 0 1 0 0,1 1-1 0 0,0 0 1 0 0,0 0-1 0 0,0 0 0 0 0,1 0 1 0 0,-6 8-1 0 0,2-1-119 0 0,0 0 0 0 0,0 1 0 0 0,1 0 0 0 0,1 0 0 0 0,-5 15 0 0 0,6-12-224 0 0,0 1 0 0 0,1 0-1 0 0,0 0 1 0 0,2 0 0 0 0,0 22 0 0 0,1-26 75 0 0,1 0 1 0 0,0 0 0 0 0,1-1-1 0 0,0 1 1 0 0,1-1 0 0 0,1 1-1 0 0,0-1 1 0 0,5 11-1 0 0,-7-18 188 0 0,1 0 0 0 0,0-1-1 0 0,0 1 1 0 0,0-1-1 0 0,0 0 1 0 0,0 0 0 0 0,1 0-1 0 0,-1 0 1 0 0,1 0-1 0 0,0-1 1 0 0,0 0 0 0 0,0 1-1 0 0,0-2 1 0 0,0 1-1 0 0,0 0 1 0 0,1-1 0 0 0,-1 0-1 0 0,0 0 1 0 0,9 1-1 0 0,-1 0-98 0 0,0-1 0 0 0,0-1 0 0 0,0 0-1 0 0,0-1 1 0 0,0 0 0 0 0,17-4-1 0 0,7-6 106 0 0,-24 6 108 0 0,-3-2 3 0 0,-6 4-11 0 0,-1 0 0 0 0,0 0 0 0 0,1 0-1 0 0,-2 0 1 0 0,1-1 0 0 0,0 1 0 0 0,-1-1-1 0 0,1 1 1 0 0,-1-1 0 0 0,0 1 0 0 0,0-1-1 0 0,0 0 1 0 0,0-4 0 0 0,0-8 324 0 0,-1 1 1 0 0,-1-16-1 0 0,0 2 302 0 0,1 9-92 0 0,-1 0 0 0 0,-1 0 1 0 0,0 1-1 0 0,-9-30 0 0 0,7 36-379 0 0,-1 1-1 0 0,-1-1 0 0 0,0 1 1 0 0,0 1-1 0 0,-1-1 0 0 0,-1 1 1 0 0,0 0-1 0 0,0 0 0 0 0,-1 1 1 0 0,0 1-1 0 0,-13-11 0 0 0,6 5-201 0 0,14 12 0 0 0,2 2 0 0 0,-1 1 0 0 0,1-1 0 0 0,-1 0 0 0 0,1 1 0 0 0,-1-1 0 0 0,0 1 0 0 0,1-1 0 0 0,-1 0 0 0 0,0 1 0 0 0,1 0 0 0 0,-1-1 0 0 0,0 1 0 0 0,0-1 0 0 0,0 1 0 0 0,-1-1 0 0 0,1 1-10 0 0,1 0 0 0 0,-1 0 0 0 0,1-1-1 0 0,-1 1 1 0 0,1 0 0 0 0,-1 0 0 0 0,0 0-1 0 0,1 0 1 0 0,-1 0 0 0 0,1 0-1 0 0,-1 0 1 0 0,1 0 0 0 0,-1 0 0 0 0,0 0-1 0 0,1 0 1 0 0,-1 0 0 0 0,1 1 0 0 0,-1-1-1 0 0,1 0 1 0 0,-1 0 0 0 0,1 1 0 0 0,-1-1-1 0 0,1 0 1 0 0,-2 1 0 0 0,-10 14-237 0 0,10-11 29 0 0,0 0 0 0 0,0 1 1 0 0,0 0-1 0 0,0 0 0 0 0,-1 7 0 0 0,2-7-255 0 0,1 0 0 0 0,0 0-1 0 0,0 0 1 0 0,1 6 0 0 0,1 4-2927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28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94 1807 0 0,'0'0'83'0'0,"0"-1"-6"0"0,-1-1-40 0 0,1 1-1 0 0,-1-1 0 0 0,1 1 0 0 0,-1-1 1 0 0,0 1-1 0 0,0-1 0 0 0,0 1 0 0 0,0 0 1 0 0,0-1-1 0 0,0 1 0 0 0,0 0 0 0 0,-3-2 0 0 0,-3-5 2047 0 0,-3-2 5134 0 0,9 19-7221 0 0,-2 11-68 0 0,-1 21-1 0 0,3-34 23 0 0,-1-4 4 0 0,4 10 24 0 0,1-3 3476 0 0,-3-12-2926 0 0,-6-36 984 0 0,-1-60 1 0 0,6 95-1433 0 0,0-4-9 0 0,1 4 3 0 0,-2-2-71 0 0,2 4-67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28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 1375 0 0,'0'0'4224'0'0,"-2"1"-3868"0"0,-1 2-291 0 0,0 0 0 0 0,0 1 0 0 0,0-1 0 0 0,0 1 0 0 0,1 0 0 0 0,-1-1 0 0 0,1 1 0 0 0,0 0 0 0 0,0 1 0 0 0,1-1 0 0 0,-1 0 0 0 0,0 5-1 0 0,-4 12-122 0 0,-2 26-1 0 0,7-38 102 0 0,-1 7-98 0 0,0 0 0 0 0,2 1 1 0 0,2 28-1 0 0,-2-45 51 0 0,0 1-1 0 0,0 0 1 0 0,0 0 0 0 0,0-1 0 0 0,0 1-1 0 0,0 0 1 0 0,0-1 0 0 0,0 1-1 0 0,0 0 1 0 0,1-1 0 0 0,-1 1 0 0 0,0 0-1 0 0,1-1 1 0 0,-1 1 0 0 0,0-1-1 0 0,1 1 1 0 0,-1 0 0 0 0,1-1-1 0 0,-1 1 1 0 0,1-1 0 0 0,-1 1 0 0 0,1-1-1 0 0,-1 0 1 0 0,1 1 0 0 0,-1-1-1 0 0,1 1 1 0 0,0-1 0 0 0,-1 0-1 0 0,1 0 1 0 0,0 1 0 0 0,-1-1 0 0 0,2 0-1 0 0,0 1 0 0 0,4 2-4 0 0,0-1-1 0 0,1 0 0 0 0,-1 0 1 0 0,1 0-1 0 0,-1 0 0 0 0,14 0 0 0 0,41-2-4 0 0,-49-2 26 0 0,1 2 1 0 0,-1 0-1 0 0,1 1 0 0 0,0 0 1 0 0,22 5-1 0 0,-18-4-12 0 0,-9 1 0 0 0,-2 2 0 0 0,-4 0 0 0 0,0-1 0 0 0,1 0 0 0 0,-2 0 0 0 0,1 1 0 0 0,0-1 0 0 0,-1 1 0 0 0,0 0 0 0 0,0-1 0 0 0,0 1 0 0 0,-1 8 0 0 0,-1 49 0 0 0,1-56 0 0 0,-1 4 2 0 0,0 0 1 0 0,0 0-1 0 0,-1-1 0 0 0,0 1 0 0 0,-1 0 0 0 0,0-1 0 0 0,-1 1 0 0 0,-5 9 0 0 0,5-14 120 0 0,0 1 1 0 0,-1-1-1 0 0,1 0 0 0 0,-10 8 1 0 0,13-13-94 0 0,-4 5 173 0 0,0-1-1 0 0,-1 0 0 0 0,0 0 0 0 0,1-1 0 0 0,-1 0 0 0 0,-1 0 1 0 0,-11 4-1 0 0,0-1 305 0 0,17-6-344 0 0,-11 0 300 0 0,-6-6-396 0 0,13-1-189 0 0,4 4 90 0 0,0 2-43 0 0,-2-9-2623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2:29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79 775 0 0,'0'0'2968'0'0,"-17"-6"-998"0"0,8-1 743 0 0,9 6-2610 0 0,0 1 1 0 0,0 0-1 0 0,0 0 1 0 0,0-1-1 0 0,0 1 1 0 0,0 0-1 0 0,0-1 1 0 0,0 1-1 0 0,0 0 1 0 0,0 0-1 0 0,0-1 1 0 0,0 1-1 0 0,0 0 1 0 0,0 0-1 0 0,0-1 1 0 0,0 1 0 0 0,0 0-1 0 0,0-1 1 0 0,0 1-1 0 0,0 0 1 0 0,0 0-1 0 0,1-1 1 0 0,-1 1-1 0 0,0 0 1 0 0,2-2 38 0 0,0 0 0 0 0,0 0 0 0 0,0 1 0 0 0,0-1 0 0 0,0 1 0 0 0,1-1 0 0 0,2 0 0 0 0,14-7-240 0 0,2 1 0 0 0,-1 1 0 0 0,1 1-1 0 0,31-5 1 0 0,-27 7-4042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3:13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1230 128 143 0 0,'0'0'91'0'0,"-1"0"-22"0"0,-19-21 227 0 0,18 19-216 0 0,-7-6 80 0 0,-13-17 80 0 0,15 19-233 0 0,0-1-1 0 0,0 1 0 0 0,-1 0 0 0 0,0 1 0 0 0,0-1 0 0 0,-1 2 1 0 0,1-1-1 0 0,-1 1 0 0 0,0 1 0 0 0,0-1 0 0 0,0 1 0 0 0,0 1 1 0 0,-20-3-1 0 0,-5 2-5 0 0,-1 1 0 0 0,-52 4 0 0 0,85-2 0 0 0,-205 19 52 0 0,150-11-7 0 0,0 2-1 0 0,-108 34 0 0 0,65-14-45 0 0,-9 4 0 0 0,62-18 17 0 0,28-10-6 0 0,1 0 1 0 0,-1 1 0 0 0,-19 12 0 0 0,33-17-12 0 0,3-1 0 0 0,1 0 0 0 0,-1 0 0 0 0,1 0 0 0 0,-1 0 0 0 0,1 1 0 0 0,0-1 0 0 0,0 0 0 0 0,-1 0 0 0 0,1 1 0 0 0,0-1 0 0 0,0 1 0 0 0,0-1 0 0 0,-1 3 0 0 0,-1 1 0 0 0,1 0 0 0 0,-1-1 0 0 0,1 2 0 0 0,0-1 0 0 0,0 0 0 0 0,0 0 0 0 0,1 1 0 0 0,0-1 0 0 0,-1 10 0 0 0,1 5 0 0 0,2 27 0 0 0,0-13 0 0 0,-1-16 0 0 0,6 25 0 0 0,-1 6 0 0 0,-3-25 0 0 0,1-1 0 0 0,1 0 0 0 0,1 0 0 0 0,11 30 0 0 0,-12-43 0 0 0,1 0 0 0 0,0-1 0 0 0,1 0 0 0 0,0 1 0 0 0,0-2 0 0 0,1 1 0 0 0,0-1 0 0 0,1 0 0 0 0,8 7 0 0 0,4 2 0 0 0,1-1 0 0 0,38 22 0 0 0,87 30 0 0 0,-99-48 0 0 0,-3 0 0 0 0,-1 1 0 0 0,-1 3 0 0 0,61 45 0 0 0,-76-49-9 0 0,1-2 0 0 0,0-1 0 0 0,1-1 0 0 0,1-1 0 0 0,0-2 0 0 0,64 19-1 0 0,342 49-338 0 0,-430-80 346 0 0,11 2-7 0 0,1-2-1 0 0,0 0 1 0 0,-1 0 0 0 0,1-2 0 0 0,0 0-1 0 0,-1-1 1 0 0,1-1 0 0 0,-1-1 0 0 0,0 0-1 0 0,0-1 1 0 0,0-1 0 0 0,0-1 0 0 0,16-9-1 0 0,-17 8 26 0 0,-1 0-1 0 0,0-1 0 0 0,-1-1 1 0 0,0 0-1 0 0,-1-1 0 0 0,0 0 1 0 0,0-1-1 0 0,-1-1 0 0 0,12-17 1 0 0,-9 9 63 0 0,-2 0 0 0 0,19-40-1 0 0,-29 52-52 0 0,1-1-1 0 0,-1 1 1 0 0,-1-1 0 0 0,0 0-1 0 0,0 0 1 0 0,-1 0-1 0 0,0 0 1 0 0,-1 0-1 0 0,-1-18 1 0 0,-3 2 4 0 0,-1-1 1 0 0,-1 2-1 0 0,-2-1 1 0 0,0 1 0 0 0,-16-33-1 0 0,-71-116 77 0 0,56 107-56 0 0,-47-69 6 0 0,67 110-45 0 0,-1 1 0 0 0,-47-44 0 0 0,21 31-12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3:14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707 18 143 0 0,'13'-6'1'0'0,"-8"4"1"0"0,1-1 1 0 0,0 1 0 0 0,10-2-1 0 0,-15 3 426 0 0,-3 2-197 0 0,-30 4 622 0 0,-60 3 0 0 0,48-8-749 0 0,-46 0 22 0 0,59 1-109 0 0,-1 1 0 0 0,-39 9-1 0 0,53-7-16 0 0,0 2 0 0 0,1 0 0 0 0,-1 1 0 0 0,1 1 0 0 0,1 1 0 0 0,0 0 0 0 0,-17 12 0 0 0,8-2 0 0 0,-29 28 0 0 0,6 0 0 0 0,40-36-7 0 0,0-1-1 0 0,0 1 1 0 0,2 0-1 0 0,-1 1 1 0 0,1 0 0 0 0,1 0-1 0 0,0 0 1 0 0,0 1-1 0 0,1-1 1 0 0,-3 22-1 0 0,3-6-17 0 0,1 0 0 0 0,1-1 0 0 0,1 1 0 0 0,3 29-1 0 0,0-45-1 0 0,0 0-1 0 0,0 0 0 0 0,1 0 0 0 0,8 19 0 0 0,25 46-128 0 0,-26-57 109 0 0,5 10-38 0 0,1-1 1 0 0,1-1-1 0 0,2 0 1 0 0,36 40-1 0 0,-40-52 46 0 0,0-1-1 0 0,1 0 1 0 0,1-2 0 0 0,0 0-1 0 0,1 0 1 0 0,0-2-1 0 0,1 0 1 0 0,24 9-1 0 0,-14-10 44 0 0,1-1-1 0 0,0-1 0 0 0,0-1 0 0 0,1-2 0 0 0,-1-1 0 0 0,1-1 0 0 0,0-2 0 0 0,0-1 0 0 0,0-1 1 0 0,0-2-1 0 0,32-7 0 0 0,-39 3 20 0 0,0 0-1 0 0,-1-1 1 0 0,0-1 0 0 0,-1-2 0 0 0,0 0 0 0 0,0-1 0 0 0,-1-1-1 0 0,33-27 1 0 0,-42 29 37 0 0,0 0-1 0 0,-1-1 1 0 0,0 0-1 0 0,0-1 1 0 0,-2 0-1 0 0,1-1 1 0 0,-2 0 0 0 0,0 0-1 0 0,0 0 1 0 0,-2-1-1 0 0,1-1 1 0 0,-2 1-1 0 0,0-1 1 0 0,4-28-1 0 0,-8 34-36 0 0,-1 0 0 0 0,0 0-1 0 0,-1 0 1 0 0,0 0 0 0 0,-1 0-1 0 0,0 0 1 0 0,-1 0 0 0 0,1 1 0 0 0,-2 0-1 0 0,-4-10 1 0 0,-3-5 6 0 0,-2 1 0 0 0,-24-34-1 0 0,15 27-23 0 0,-2 1-1 0 0,-1 1 1 0 0,-50-43-1 0 0,25 31-480 0 0,-75-46 0 0 0,62 48-390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22T17:33:15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1648 549 143 0 0,'-67'-6'31'0'0,"50"5"-42"0"0,0 0 1 0 0,0-1 0 0 0,-32-8 0 0 0,-68-33 40 0 0,55 19 104 0 0,38 15-104 0 0,23 9-28 0 0,1 0 0 0 0,-1-1 0 0 0,0 1 0 0 0,0-1 0 0 0,1 1 0 0 0,-1-1 0 0 0,0 1 0 0 0,0-1-1 0 0,1 1 1 0 0,-1-1 0 0 0,1 1 0 0 0,-1-1 0 0 0,0 0 0 0 0,1 0 0 0 0,-1 1 0 0 0,0-3-1 0 0,-1-3 6 0 0,-1 0-1 0 0,1-1 1 0 0,1 1-1 0 0,-3-13 0 0 0,-21-169 28 0 0,24 182-29 0 0,0 0 0 0 0,0 1 0 0 0,-1-1 0 0 0,0 1 1 0 0,0-1-1 0 0,-3-5 0 0 0,4 10-2 0 0,1 0 0 0 0,-1 0-1 0 0,0 1 1 0 0,1-1 0 0 0,-1 0 0 0 0,0 0 0 0 0,0 1 0 0 0,0-1-1 0 0,1 0 1 0 0,-1 1 0 0 0,0-1 0 0 0,0 1 0 0 0,0-1 0 0 0,0 1-1 0 0,-2-1 1 0 0,-319-102 370 0 0,259 84-349 0 0,33 11-19 0 0,0 0 0 0 0,-1 3-1 0 0,1 0 1 0 0,-1 2-1 0 0,0 1 1 0 0,0 2-1 0 0,0 1 1 0 0,0 1 0 0 0,0 2-1 0 0,0 0 1 0 0,1 3-1 0 0,0 0 1 0 0,-58 24-1 0 0,65-21-4 0 0,0 1 0 0 0,1 2 0 0 0,0 0 0 0 0,1 1 0 0 0,0 1 0 0 0,1 1 0 0 0,1 1 0 0 0,1 1 0 0 0,0 0 0 0 0,1 1 0 0 0,-17 26 0 0 0,24-30 0 0 0,1 0 0 0 0,0 0 0 0 0,1 1 0 0 0,1 0 0 0 0,1 0 0 0 0,-7 23 0 0 0,10-27 0 0 0,1 0 0 0 0,1 0 0 0 0,-1 0 0 0 0,2 0 0 0 0,0 0 0 0 0,0 1 0 0 0,1-1 0 0 0,1 0 0 0 0,0 0 0 0 0,4 12 0 0 0,5 12 0 0 0,2-1 0 0 0,1 0 0 0 0,22 36 0 0 0,65 94 0 0 0,-29-58-78 0 0,120 134 0 0 0,-176-223 38 0 0,0-2 0 0 0,2 1 0 0 0,0-2 0 0 0,0-1 0 0 0,2 0 0 0 0,33 18 0 0 0,-39-25 33 0 0,1-1-1 0 0,-1 0 1 0 0,1-2-1 0 0,0 1 1 0 0,0-2 0 0 0,0 0-1 0 0,1-1 1 0 0,-1 0-1 0 0,1-1 1 0 0,-1-1 0 0 0,18-2-1 0 0,19-4 116 0 0,0-2 0 0 0,-1-3 1 0 0,0-2-1 0 0,0-2 0 0 0,-2-3 0 0 0,0-1 0 0 0,57-33 0 0 0,-61 26 24 0 0,-1-2-1 0 0,-1-2 0 0 0,-1-1 1 0 0,-2-2-1 0 0,51-56 0 0 0,-81 78-48 0 0,0-1 0 0 0,-1-1 0 0 0,0 0 0 0 0,-1 0 0 0 0,-1 0 0 0 0,0-1 0 0 0,-1 0 0 0 0,-1 0 0 0 0,0-1 0 0 0,0 1 0 0 0,-2-1 0 0 0,0 0 0 0 0,2-31 0 0 0,-5 39-28 0 0,0 0 1 0 0,-1 0 0 0 0,0 0-1 0 0,0 0 1 0 0,-1 0 0 0 0,0 0-1 0 0,0 0 1 0 0,-1 0 0 0 0,1 1-1 0 0,-1-1 1 0 0,-1 1 0 0 0,1 0-1 0 0,-1 0 1 0 0,-1 0 0 0 0,1 0 0 0 0,-1 1-1 0 0,0 0 1 0 0,0 0 0 0 0,0 0-1 0 0,-10-6 1 0 0,-4-3 34 0 0,-1 2 0 0 0,-1 0 1 0 0,0 2-1 0 0,-1 0 0 0 0,-23-6 0 0 0,-33-9-730 0 0,-112-19 0 0 0,56 18-944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27.3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0 287 0 0,'0'0'4715'0'0,"15"2"-4854"0"0,50 5 139 0 0,-50-5 0 0 0,0 1 0 0 0,-1 1 0 0 0,1 0 0 0 0,20 9 0 0 0,-12-4 0 0 0,13 7-64 0 0,-33-15 64 0 0,-3-1 0 0 0,0 0 0 0 0,0 0 0 0 0,0 0 0 0 0,0 0 0 0 0,0 0 0 0 0,0 0 0 0 0,0 0 0 0 0,0 0 0 0 0,0 0 0 0 0,0 0 0 0 0,0 0 0 0 0,1 0 0 0 0,-1 0 0 0 0,0 0 0 0 0,0 0 0 0 0,0 0 0 0 0,0 0 0 0 0,0 0 0 0 0,0 0 0 0 0,0 0 0 0 0,0 0 0 0 0,0 0 0 0 0,0 0 0 0 0,0 0 0 0 0,0 0 0 0 0,0-1 0 0 0,0 1 0 0 0,0 0 0 0 0,0 0 0 0 0,0 0 0 0 0,0 0 0 0 0,0 0 0 0 0,0 0 0 0 0,0 0 0 0 0,0 0 0 0 0,0 0 0 0 0,0 0 0 0 0,0 0 0 0 0,0 0 0 0 0,0 0 0 0 0,0 0 0 0 0,0 0 0 0 0,0 0 0 0 0,23 7 0 0 0,-22-5 1 0 0,11 1 9 0 0,-6-3 53 0 0,-4 0 47 0 0,6 0 1017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28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43 975 0 0,'0'0'690'0'0,"-18"-5"1011"0"0,13 4-1629 0 0,4 0 899 0 0,1 0-962 0 0,0 0 1 0 0,0-1-1 0 0,0 1 1 0 0,0 0-1 0 0,0-1 1 0 0,1 1-1 0 0,-1 0 0 0 0,1-1 1 0 0,-1 1-1 0 0,1 0 1 0 0,-1 0-1 0 0,1 0 1 0 0,0-1-1 0 0,0 1 1 0 0,-1 0-1 0 0,1 0 1 0 0,0 0-1 0 0,0 0 0 0 0,0 0 1 0 0,0 1-1 0 0,2-2 1 0 0,0 0-24 0 0,-1 1 0 0 0,1 0 0 0 0,-1 0 0 0 0,1 0 0 0 0,0 0 0 0 0,0 0 1 0 0,0 0-1 0 0,-1 1 0 0 0,1 0 0 0 0,0-1 0 0 0,3 1 0 0 0,-3 0-60 0 0,-1 0 0 0 0,0 1 1 0 0,0-1-1 0 0,0 0 0 0 0,0 1 0 0 0,0-1 0 0 0,0 1 1 0 0,0 0-1 0 0,0 0 0 0 0,0 0 0 0 0,0 0 0 0 0,0 0 0 0 0,0 0 1 0 0,0 0-1 0 0,-1 0 0 0 0,1 1 0 0 0,0-1 0 0 0,1 2 0 0 0,-3-2-46 0 0,2 1 101 0 0,-1-1-1 0 0,0 0 1 0 0,0 0-1 0 0,0 1 1 0 0,0-1-1 0 0,-1 1 1 0 0,1-1-1 0 0,0 1 1 0 0,0 0-1 0 0,-1-1 1 0 0,1 1-1 0 0,-1-1 1 0 0,0 1-1 0 0,1 0 1 0 0,-1 1-1 0 0,1 4-6 0 0,-1 0 0 0 0,0 0 0 0 0,0 0-1 0 0,-1-1 1 0 0,0 1 0 0 0,0 0 0 0 0,0-1-1 0 0,-1 1 1 0 0,0 0 0 0 0,0-1 0 0 0,-1 0-1 0 0,0 0 1 0 0,0 0 0 0 0,0 0 0 0 0,-5 6-1 0 0,6-9 19 0 0,0-1-1 0 0,0 1 0 0 0,0 0 0 0 0,-1-1 0 0 0,1 0 0 0 0,-1 0 0 0 0,-4 3 1 0 0,-9 8 10 0 0,9-6-6 0 0,-1 0 0 0 0,1-1 0 0 0,-1 0 0 0 0,-1-1 0 0 0,-9 6 0 0 0,-12 7-212 0 0,13-10 38 0 0,16-7 83 0 0,0 0 35 0 0,-2 1 37 0 0,2-2 707 0 0,21 0-583 0 0,31 1-106 0 0,-29 1 5 0 0,-9-1 30 0 0,69 8 1212 0 0,-81-8-314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29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13 1519 0 0,'-23'-12'1056'0'0,"27"11"-734"0"0,-4 2 73 0 0,-7 3 1202 0 0,4-3-1656 0 0,-5 1 44 0 0,-33 13-77 0 0,39-14 88 0 0,1 0 0 0 0,0 0-1 0 0,-1-1 1 0 0,1 1-1 0 0,0 0 1 0 0,0 0 0 0 0,0 0-1 0 0,0 0 1 0 0,-1 0-1 0 0,1 1 1 0 0,1-1-1 0 0,-1 0 1 0 0,0 0 0 0 0,0 1-1 0 0,-1 2 1 0 0,-8 23-6 0 0,8-19-155 0 0,1-5 64 0 0,0 0 0 0 0,-1 0 0 0 0,2 1 0 0 0,-1-1 0 0 0,0 1-1 0 0,1-1 1 0 0,-1 1 0 0 0,1-1 0 0 0,0 1 0 0 0,0-1 0 0 0,2 8 0 0 0,-2-10 5 0 0,0 0 6 0 0,-1 7 1 0 0,3-4 83 0 0,2 5-176 0 0,-3-7 147 0 0,1-1 1 0 0,-1 1-1 0 0,0-1 0 0 0,0 1 0 0 0,1-1 1 0 0,-1 0-1 0 0,1 1 0 0 0,-1-1 0 0 0,1 0 1 0 0,0 0-1 0 0,-1 0 0 0 0,1 0 0 0 0,0 0 1 0 0,0-1-1 0 0,1 2 0 0 0,-1-2 83 0 0,11 5 341 0 0,-6-5-377 0 0,2-2-12 0 0,-1 1 0 0 0,14-7 96 0 0,-21 7 5 0 0,0-1 0 0 0,0 1 0 0 0,0-1 0 0 0,-1 1 0 0 0,1-1 0 0 0,0 0 0 0 0,-1 1 0 0 0,1-1 0 0 0,-1 0 0 0 0,1 1 0 0 0,-1-1 0 0 0,1-2-1 0 0,-1-53 702 0 0,0 32-648 0 0,0 18-158 0 0,0 6-70 0 0,-2-7 292 0 0,-1 5-164 0 0,1-1 1 0 0,-1 1-1 0 0,0 0 0 0 0,0-1 0 0 0,-1 1 0 0 0,-3-2 0 0 0,-7-8-443 0 0,11 11 166 0 0,-2 1-8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30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194 295 599 0 0,'0'0'247'0'0,"0"-2"-142"0"0,-3-4 229 0 0,0 0 0 0 0,0 0 0 0 0,-1 0 0 0 0,1 0 0 0 0,-1 1 0 0 0,0 0 0 0 0,-8-8 0 0 0,11 12-142 0 0,-12-11 456 0 0,-11-9-428 0 0,16 18-232 0 0,7 3 1 0 0,-1-1 0 0 0,0 1 0 0 0,0-1 0 0 0,0 1 0 0 0,0 0 0 0 0,0-1 0 0 0,0 1 0 0 0,0 0 0 0 0,0 0 0 0 0,0 1 0 0 0,0-1-1 0 0,0 0 1 0 0,0 1 0 0 0,0-1 0 0 0,0 1 0 0 0,0 0 0 0 0,0-1 0 0 0,-2 2 0 0 0,-4 2-49 0 0,5-3-11 0 0,-1 1 0 0 0,0-1 0 0 0,0 1 0 0 0,1 0 0 0 0,-1 0 0 0 0,1 1 0 0 0,0-1 0 0 0,0 1 0 0 0,0-1 0 0 0,0 1 0 0 0,0 0 0 0 0,0 0 0 0 0,1 1 0 0 0,-1-1 0 0 0,1 0 0 0 0,0 1 0 0 0,0 0 0 0 0,0-1 0 0 0,1 1 0 0 0,-1 0 0 0 0,1 0 0 0 0,0 0 0 0 0,0 0 0 0 0,-1 7 0 0 0,2-9 14 0 0,0 0 1 0 0,-1 0-1 0 0,1 0 0 0 0,0-1 0 0 0,0 1 0 0 0,0 0 1 0 0,0 0-1 0 0,1 0 0 0 0,-1-1 0 0 0,0 1 0 0 0,1 0 1 0 0,-1 0-1 0 0,1-1 0 0 0,0 1 0 0 0,-1 0 0 0 0,1-1 1 0 0,0 1-1 0 0,0 0 0 0 0,0-1 0 0 0,0 1 0 0 0,1-1 1 0 0,-1 0-1 0 0,0 1 0 0 0,0-1 0 0 0,1 0 0 0 0,-1 0 1 0 0,1 0-1 0 0,-1 0 0 0 0,4 1 0 0 0,3 1 178 0 0,0 0 0 0 0,16 2 0 0 0,-21-5-59 0 0,0-1 0 0 0,0 1 0 0 0,0 0 0 0 0,0-1 0 0 0,0 1 0 0 0,0-1 0 0 0,0 0 1 0 0,0 0-1 0 0,-1 0 0 0 0,1 0 0 0 0,0 0 0 0 0,-1-1 0 0 0,1 1 0 0 0,-1-1 0 0 0,1 0 0 0 0,-1 0 0 0 0,0 0 1 0 0,0 0-1 0 0,0 0 0 0 0,0 0 0 0 0,0-1 0 0 0,0 1 0 0 0,-1 0 0 0 0,1-1 0 0 0,1-4 0 0 0,2-4 189 0 0,-1-1-1 0 0,-1 0 0 0 0,0 0 1 0 0,3-22-1 0 0,-4 22-135 0 0,5-25 582 0 0,-1 4 6 0 0,-1 1 0 0 0,0-36-1 0 0,-6 32-122 0 0,1 34-384 0 0,0 2-164 0 0,0 0-1 0 0,0-1 0 0 0,0 1 0 0 0,0 0 0 0 0,0 0 1 0 0,0-1-1 0 0,0 1 0 0 0,0 0 0 0 0,0 0 0 0 0,0-1 0 0 0,0 1 1 0 0,0 0-1 0 0,-1-1 0 0 0,1 1 0 0 0,0 0 0 0 0,0 0 1 0 0,0-1-1 0 0,0 1 0 0 0,0 0 0 0 0,0 0 0 0 0,-1 0 1 0 0,1-1-1 0 0,0 1 0 0 0,0 0 0 0 0,0 0 0 0 0,-1 0 1 0 0,1-1-1 0 0,-4 5-54 0 0,1 0 0 0 0,-1 0 0 0 0,1 0 0 0 0,0 0 0 0 0,0 0 0 0 0,0 1 1 0 0,1-1-1 0 0,0 1 0 0 0,0-1 0 0 0,0 1 0 0 0,0 0 0 0 0,0 6 0 0 0,-4 12-60 0 0,-2 32 0 0 0,6-36-79 0 0,-4 24-145 0 0,-9 84-1052 0 0,14-109 769 0 0,1 0 0 0 0,1 0-1 0 0,0 1 1 0 0,7 31 0 0 0,-8-48 490 0 0,3 15-75 0 0,-3-3-19 0 0,-1-13 135 0 0,1 1-140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30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1 287 0 0,'0'0'424'0'0,"-1"1"-200"0"0,-10 10 158 0 0,10-10-92 0 0,1 1-170 0 0,-2 6-96 0 0,0 1-24 0 0,1-8 0 0 0,1 1 0 0 0,0-1 0 0 0,0 0 0 0 0,-1 0 0 0 0,1 0 0 0 0,0 0 0 0 0,0 0 0 0 0,0 0 0 0 0,0 0 0 0 0,0 0 0 0 0,0 0 0 0 0,1 0 0 0 0,-1 0 0 0 0,0 0 0 0 0,1 1 0 0 0,-1-1 0 0 0,0 0 0 0 0,1 1 0 0 0,2 4 0 0 0,-8 24 0 0 0,-9 63 14 0 0,14-92 52 0 0,-1 1 14 0 0,0 3-36 0 0,1-4-138 0 0,-1 1-96 0 0,-1 5 174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31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7 287 0 0,'0'0'1830'0'0,"1"0"-1774"0"0,0-1-56 0 0,0 0 0 0 0,-1 1 0 0 0,1-1 1 0 0,0 1-1 0 0,-1-1 0 0 0,1 1 0 0 0,0 0 1 0 0,-1-1-1 0 0,1 1 0 0 0,0 0 0 0 0,0-1 0 0 0,-1 1 1 0 0,1 0-1 0 0,0 0 0 0 0,0 0 0 0 0,1-1 1 0 0,3 2-55 0 0,-4-1 54 0 0,-1 0 0 0 0,1 0 0 0 0,0 0-1 0 0,0 0 1 0 0,0 0 0 0 0,0 0-1 0 0,0 0 1 0 0,0 1 0 0 0,0-1 0 0 0,-1 0-1 0 0,1 1 1 0 0,0-1 0 0 0,0 1-1 0 0,0-1 1 0 0,-1 0 0 0 0,1 1-1 0 0,0 0 1 0 0,-1-1 0 0 0,1 1 0 0 0,0-1-1 0 0,-1 1 1 0 0,1 0 0 0 0,-1 0-1 0 0,1-1 1 0 0,-1 1 0 0 0,1 0-1 0 0,-1 0 1 0 0,1 0 0 0 0,-1-1 0 0 0,0 1-1 0 0,1 0 1 0 0,-1 0 0 0 0,0 0-1 0 0,0 0 1 0 0,0 0 0 0 0,0 1 0 0 0,1 1-2 0 0,-1 0 20 0 0,1 1 0 0 0,-1-1-1 0 0,1 0 1 0 0,-1 0-1 0 0,0 0 1 0 0,0 0-1 0 0,0 1 1 0 0,-1-1-1 0 0,1 0 1 0 0,-1 0-1 0 0,0 0 1 0 0,0 0 0 0 0,-1 4-1 0 0,-1-2-7 0 0,0 0 1 0 0,1 0-1 0 0,-2-1 0 0 0,1 1 1 0 0,0-1-1 0 0,-9 8 0 0 0,2-3 6 0 0,0 0 0 0 0,-1-1 0 0 0,-1 0 0 0 0,1-1 0 0 0,-19 8 0 0 0,12-7 2668 0 0,26-10-2518 0 0,12-2-130 0 0,-15 3-82 0 0,0-1 0 0 0,0 1 0 0 0,1 0 1 0 0,-1 0-1 0 0,1 1 0 0 0,-1 0 0 0 0,1 0 0 0 0,-1 0 1 0 0,1 1-1 0 0,-1-1 0 0 0,0 1 0 0 0,9 3 0 0 0,-12-4 14 0 0,-1 1-1 0 0,1 0 1 0 0,0-1-1 0 0,-1 1 1 0 0,1 0-1 0 0,0 0 0 0 0,-1 0 1 0 0,0 0-1 0 0,1 1 1 0 0,-1-1-1 0 0,1 0 0 0 0,-1 0 1 0 0,0 1-1 0 0,0-1 1 0 0,0 1-1 0 0,1 1 1 0 0,2 2-151 0 0,18 19 15 0 0,-18-19 179 0 0,-3-4 106 0 0,-2 1-77 0 0,1-1-1 0 0,0 1 0 0 0,0-1 0 0 0,-1 1 1 0 0,1-1-1 0 0,-1 1 0 0 0,1-1 0 0 0,-1 1 0 0 0,0-1 1 0 0,0 0-1 0 0,1 1 0 0 0,-1-1 0 0 0,0 0 1 0 0,0 0-1 0 0,0 1 0 0 0,-1-1 0 0 0,1 0 1 0 0,0 0-1 0 0,0 0 0 0 0,0 0 0 0 0,-1-1 0 0 0,1 1 1 0 0,-1 0-1 0 0,-1 0 0 0 0,-5 3 107 0 0,1-2 0 0 0,-1 1 0 0 0,-11 1 1 0 0,14-3-83 0 0,-1 1-60 0 0,1-1 10 0 0,1 0-1 0 0,-1-1 0 0 0,0 0 1 0 0,0 1-1 0 0,-6-2 0 0 0,3 1-20 0 0,7 0-57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31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8 975 0 0,'0'0'884'0'0,"1"-7"632"0"0,-5 26 1012 0 0,0 15-160 0 0,1 46-2368 0 0,-1 14 0 0 0,4-61 46 0 0,-2 0 0 0 0,-1 1 0 0 0,-1-2-1 0 0,-2 1 1 0 0,-2 0 0 0 0,-21 57-1 0 0,23-73 12 0 0,-1-1-1 0 0,-1 1 0 0 0,-14 22 1 0 0,21-38-217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31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1 1583 0 0,'0'0'1528'0'0,"-1"0"-1368"0"0,-8 16-169 0 0,0 1 0 0 0,0-1 0 0 0,-8 27 0 0 0,9-21 5 0 0,-3 17 4 0 0,10-31 0 0 0,-1 0 0 0 0,-1 1 0 0 0,-4 10 0 0 0,-9 20-64 0 0,13-31 64 0 0,3-2-216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32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51 655 0 0,'9'-6'275'0'0,"-1"0"-1"0"0,1 0 1 0 0,0 1-1 0 0,1 0 0 0 0,-1 1 1 0 0,1 0-1 0 0,0 1 1 0 0,0 0-1 0 0,0 0 0 0 0,0 1 1 0 0,1 1-1 0 0,-1-1 1 0 0,0 2-1 0 0,12-1 0 0 0,-19 2-188 0 0,0-1 0 0 0,1 0 0 0 0,-1 1 0 0 0,0 0 0 0 0,0 0 0 0 0,0 0 0 0 0,1 0 0 0 0,-1 0 0 0 0,0 0 0 0 0,0 1 0 0 0,-1-1 0 0 0,1 1 0 0 0,0 0 0 0 0,0 0 0 0 0,-1 0 0 0 0,0 1 0 0 0,1-1 0 0 0,-1 0 0 0 0,0 1 0 0 0,0-1 0 0 0,0 1 0 0 0,0 0 0 0 0,-1 0 0 0 0,1 0 0 0 0,-1 0 0 0 0,1 0 0 0 0,-1 0 0 0 0,0 0 0 0 0,1 4 0 0 0,-1 0-98 0 0,0 0 0 0 0,-1 0 0 0 0,1-1 0 0 0,-1 1 0 0 0,0 0 0 0 0,-1 0 0 0 0,0-1 0 0 0,0 1 0 0 0,0 0-1 0 0,-1-1 1 0 0,0 1 0 0 0,0-1 0 0 0,-4 8 0 0 0,-1-2-43 0 0,0-1 0 0 0,0 0 1 0 0,-1 0-1 0 0,0-1 0 0 0,-20 19 0 0 0,-56 40 103 0 0,67-58-360 0 0,0-1-1 0 0,-1-1 1 0 0,0 0 0 0 0,-1-1 0 0 0,-26 8-1 0 0,15-6-1843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38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1 599 0 0,'12'3'46'0'0,"0"1"0"0"0,-1 0 0 0 0,20 10 0 0 0,17 7 377 0 0,174 40 391 0 0,-190-54-715 0 0,101 16-12 0 0,-20-5-46 0 0,242 60-177 0 0,-229-55-478 0 0,-114-23 428 0 0,-1 0 2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38.4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1351 0 0,'0'0'2704'0'0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34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0 431 0 0,'0'0'6700'0'0,"-1"0"-6596"0"0,-3 0-105 0 0,3 0-70 0 0,12 8-165 0 0,9 2 16 0 0,-11-4 98 0 0,-9-5 130 0 0,0-1 0 0 0,0 0 1 0 0,0 0-1 0 0,0 0 0 0 0,0 0 1 0 0,0 0-1 0 0,0 0 0 0 0,0 0 1 0 0,0 0-1 0 0,0 1 0 0 0,0-1 0 0 0,0 0 1 0 0,0 0-1 0 0,0 0 0 0 0,0 0 1 0 0,0 0-1 0 0,0 0 0 0 0,0 0 1 0 0,0 0-1 0 0,0 0 0 0 0,0 1 1 0 0,0-1-1 0 0,0 0 0 0 0,-1 0 1 0 0,1 0-1 0 0,0 0 0 0 0,0 0 0 0 0,0 0 1 0 0,0 0-1 0 0,0 0 0 0 0,0 0 1 0 0,0 0-1 0 0,0 0 0 0 0,0 0 1 0 0,0 0-1 0 0,-1 0 0 0 0,1 0 1 0 0,0 1-1 0 0,0-1 0 0 0,0 0 1 0 0,0 0-1 0 0,0 0 0 0 0,0 0 0 0 0,0 0 1 0 0,0 0-1 0 0,0 0 0 0 0,-1 0 1 0 0,1 0-1 0 0,0 0 0 0 0,0 0 1 0 0,0 0-1 0 0,0-1 0 0 0,0 1 1 0 0,0 0-1 0 0,0 0 0 0 0,-10 1 342 0 0,7-1-113 0 0,-21 2 1139 0 0,22-2-1302 0 0,1-1-14 0 0,-4-2 2364 0 0,3-18-1349 0 0,4 21-1092 0 0,1 0 1 0 0,0 0-1 0 0,-1 0 0 0 0,1 1 1 0 0,-1-1-1 0 0,1 0 0 0 0,0 1 1 0 0,-1 0-1 0 0,1 0 0 0 0,4 1 1 0 0,2 2-34 0 0,189 34-572 0 0,-161-29 415 0 0,13 3-106 0 0,-39-9-76 0 0,0 0-1 0 0,-1 0 0 0 0,1 1 0 0 0,-1 0 0 0 0,1 1 0 0 0,-1 1 1 0 0,13 8-1 0 0,-10-4-668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35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0 599 0 0,'0'0'1192'0'0,"16"4"-784"0"0,-5-3-252 0 0,0 0-20 0 0,1 1 1 0 0,13 3 0 0 0,-14-1-96 0 0,1-1 0 0 0,12 1 1 0 0,17 5 180 0 0,-14 1-202 0 0,-1 1-1 0 0,0 1 0 0 0,37 24 0 0 0,-7-4-16 0 0,-27-16-41 0 0,1-2 0 0 0,1 0-1 0 0,49 12 1 0 0,-61-21-49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35.8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1 775 0 0,'0'0'383'0'0,"3"1"-938"0"0,30 13 422 0 0,63 38-1 0 0,-60-30 96 0 0,46 19 1 0 0,108 30-17 0 0,-158-62 54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36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1 199 0 0,'37'17'266'0'0,"22"1"174"0"0,1 1-196 0 0,-5 5-134 0 0,24 20-48 0 0,1 0-64 0 0,56 21-118 0 0,-102-51 60 0 0,72 20 0 0 0,38-7 268 0 0,-44-10-66 0 0,-87-15-101 0 0,1 1 40 0 0,29 10 2545 0 0,-51-11-3804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40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1 287 0 0,'0'0'688'0'0,"7"11"-514"0"0,-4-8-130 0 0,-1 0 1 0 0,1-1 0 0 0,0 0-1 0 0,0 1 1 0 0,0-1-1 0 0,1 0 1 0 0,-1 0-1 0 0,0-1 1 0 0,7 3 0 0 0,36 9 241 0 0,-17-6-233 0 0,28 13 115 0 0,-29-9-171 0 0,46 10-1 0 0,-61-19-60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41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1 775 0 0,'0'0'887'0'0,"16"9"-1370"0"0,-6-5 489 0 0,0 0-1 0 0,0-1 0 0 0,0 1 0 0 0,0-2 0 0 0,1 0 0 0 0,-1 0 0 0 0,1-1 0 0 0,12 0 0 0 0,8-1-80 0 0,41-7-1 0 0,-63 6 16 0 0,11-2-99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41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1 1151 0 0,'0'0'0'0'0,"-10"0"96"0"0,-2 1-96 0 0,3 1 0 0 0,-1 1 0 0 0,0 0 1016 0 0,2 2-464 0 0,3 4-1664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41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1 511 0 0,'-38'1'0'0'0,"27"-1"0"0"0,4 5 552 0 0,10 2-272 0 0,-3-1 0 0 0,-5 1-216 0 0,19-2-64 0 0,17 1 0 0 0,-18-1 0 0 0,-23 0 0 0 0,0 0 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41.4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3 743 0 0,'4'-1'22'0'0,"12"-1"40"0"0,-15 2-46 0 0,0 0 0 0 0,-1 0 0 0 0,1 0 0 0 0,0 0 0 0 0,0 1-1 0 0,-1-1 1 0 0,1 0 0 0 0,0 0 0 0 0,-1 1 0 0 0,1-1 0 0 0,0 0-1 0 0,-1 0 1 0 0,1 1 0 0 0,0-1 0 0 0,-1 1 0 0 0,1-1 0 0 0,-1 1-1 0 0,1-1 1 0 0,-1 1 0 0 0,1-1 0 0 0,-1 1 0 0 0,1-1-1 0 0,-1 1 1 0 0,1 0 0 0 0,-1-1 0 0 0,0 1 0 0 0,1 0 0 0 0,-1-1-1 0 0,0 1 1 0 0,0 0 0 0 0,0-1 0 0 0,1 1 0 0 0,-1 0 0 0 0,0 0-1 0 0,0-1 1 0 0,0 1 0 0 0,0 1 0 0 0,-2 5-6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41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0 455 0 0,'0'0'0'0'0,"-10"0"0"0"0,2 2 0 0 0,3 1 72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41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0 287 0 0,'-46'2'0'0'0,"35"0"0"0"0,6 2 136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44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0 599 0 0,'0'0'4827'0'0,"5"18"-4238"0"0,-3-16-592 0 0,0 1 0 0 0,0-1 0 0 0,0 0 0 0 0,0 1 0 0 0,0-1 0 0 0,0 0 0 0 0,1 0 0 0 0,-1-1 0 0 0,1 1 0 0 0,-1 0 0 0 0,1-1 0 0 0,-1 0 0 0 0,1 1 0 0 0,3 0 0 0 0,-4-1 28 0 0,16 5 539 0 0,0 0-1 0 0,27 5 0 0 0,8 1 386 0 0,-22-3 2931 0 0,-33-10-3648 0 0,-69-11-1908 0 0,69 12 1775 0 0,-22-11 2234 0 0,6 1-1801 0 0,16 9-361 0 0,-16-6-953 0 0,12 3-263 0 0,14 4 662 0 0,38 7 227 0 0,76-1-1 0 0,-120-6-111 0 0,7 0-3265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45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0 2271 0 0,'0'0'4354'0'0,"-4"8"-3369"0"0,-1 2 325 0 0,-1-1-1 0 0,-11 13 1 0 0,2-1-835 0 0,-14 24-198 0 0,-14 20-269 0 0,42-64-90 0 0,6 8-3548 0 0,1-6 3537 0 0,-1-1-1 0 0,1 1 1 0 0,0-1-1 0 0,0 0 1 0 0,0-1-1 0 0,0 0 1 0 0,0 0-1 0 0,8 1 0 0 0,56-2 662 0 0,-36-1-642 0 0,-6 0 59 0 0,-14 0 24 0 0,0 1 1 0 0,22 2 0 0 0,-36-2 51 0 0,1 0 1 0 0,-1 0 0 0 0,0 0-1 0 0,1 0 1 0 0,-1 0 0 0 0,1 0-1 0 0,-1 0 1 0 0,1-1 0 0 0,-1 1-1 0 0,0 0 1 0 0,1 0 0 0 0,-1 0 0 0 0,1 0-1 0 0,-1-1 1 0 0,0 1 0 0 0,1 0-1 0 0,-1 0 1 0 0,0-1 0 0 0,1 1-1 0 0,-1 0 1 0 0,0-1 0 0 0,1 1-1 0 0,-1 0 1 0 0,0-1 0 0 0,0 1-1 0 0,1-1 1 0 0,-1 1 0 0 0,0 0-1 0 0,0-1 1 0 0,0 1 0 0 0,0-1-1 0 0,0 1 1 0 0,1-1 0 0 0,-1 1-1 0 0,0-1 1 0 0,0 1 0 0 0,0 0-1 0 0,0-1 1 0 0,0 1 0 0 0,0-1-1 0 0,-1 0 1 0 0,2-3 230 0 0,-1 3-130 0 0,0-22 1052 0 0,0-31 154 0 0,0 52-1284 0 0,0 2-56 0 0,0 0 0 0 0,0 0 0 0 0,0-1 0 0 0,0 1 0 0 0,0 0 0 0 0,0-1 0 0 0,0 1-1 0 0,0 0 1 0 0,0 0 0 0 0,0-1 0 0 0,0 1 0 0 0,0 0 0 0 0,0 0 0 0 0,0-1 0 0 0,0 1 0 0 0,-1 0 0 0 0,1 0-1 0 0,0-1 1 0 0,0 1 0 0 0,0 0 0 0 0,0 0 0 0 0,-1 0 0 0 0,1-1 0 0 0,0 1 0 0 0,0 0 0 0 0,-1 0 0 0 0,-10 16-19 0 0,0 2 0 0 0,1 0 0 0 0,-11 27 0 0 0,2-5 5 0 0,-28 53-616 0 0,31-52-1010 0 0,15-40 1241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46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 20 2791 0 0,'0'0'126'0'0,"-2"0"-5"0"0,-5 2 501 0 0,-1 1 0 0 0,1-1 0 0 0,0 1 0 0 0,0 0 0 0 0,0 1 0 0 0,0 0 0 0 0,1 0 0 0 0,-1 0 0 0 0,-10 10 0 0 0,4-4 681 0 0,12-9-821 0 0,-5 7 818 0 0,-8 10-804 0 0,-1 3-652 0 0,7-10 124 0 0,-1 0 0 0 0,-16 16 0 0 0,24-26-83 0 0,-1 0 0 0 0,1 1 0 0 0,0-1 0 0 0,-1 0 0 0 0,1 1 0 0 0,0-1 0 0 0,0 1 0 0 0,0-1 0 0 0,0 1 0 0 0,0 0 0 0 0,1-1 0 0 0,-1 1 0 0 0,0 0 0 0 0,1 0-1 0 0,0 0 1 0 0,-1 1 0 0 0,1-1-401 0 0,-1-2 376 0 0,1 1 0 0 0,0-1 0 0 0,0 1 0 0 0,0-1 0 0 0,0 1 0 0 0,0-1 0 0 0,0 1 0 0 0,0-1 0 0 0,0 1 0 0 0,0-1 0 0 0,0 1 0 0 0,0-1 0 0 0,0 1 0 0 0,0 0 0 0 0,0-1 0 0 0,0 1 0 0 0,0-1 0 0 0,1 1 0 0 0,-1-1 0 0 0,0 1 0 0 0,0-1-1 0 0,1 0 1 0 0,-1 1 0 0 0,0-1 0 0 0,1 1 0 0 0,-1-1 0 0 0,0 0 0 0 0,1 1 0 0 0,-1-1 0 0 0,1 1 0 0 0,0-1 0 0 0,3 2 94 0 0,0 0-1 0 0,0-1 1 0 0,0 1 0 0 0,1-1 0 0 0,-1 0-1 0 0,0 0 1 0 0,1-1 0 0 0,-1 1-1 0 0,1-1 1 0 0,-1 0 0 0 0,1 0-1 0 0,-1-1 1 0 0,1 1 0 0 0,-1-1-1 0 0,1 0 1 0 0,6-2 0 0 0,-8 2 121 0 0,0-1-1 0 0,0 1 1 0 0,0-1 0 0 0,0 0 0 0 0,0 1 0 0 0,0-1-1 0 0,-1-1 1 0 0,1 1 0 0 0,-1 0 0 0 0,1-1 0 0 0,-1 1-1 0 0,0-1 1 0 0,0 0 0 0 0,0 1 0 0 0,0-1 0 0 0,0 0 0 0 0,-1 0-1 0 0,0-1 1 0 0,1 1 0 0 0,-1 0 0 0 0,0 0 0 0 0,1-7-1 0 0,0-2 502 0 0,0 0 0 0 0,-1 0 0 0 0,-1 0 0 0 0,0 0 0 0 0,0 0 0 0 0,-1 0-1 0 0,-1 0 1 0 0,0 0 0 0 0,0 1 0 0 0,-5-14 0 0 0,6 24-496 0 0,1 0-118 0 0,-1 1 0 0 0,1-1 1 0 0,0 1-1 0 0,0-1 0 0 0,-1 1 0 0 0,1 0 0 0 0,-1-1 0 0 0,1 1 1 0 0,0-1-1 0 0,-1 1 0 0 0,1 0 0 0 0,-1-1 0 0 0,1 1 1 0 0,-1 0-1 0 0,1-1 0 0 0,-1 1 0 0 0,1 0 0 0 0,-1 0 1 0 0,1-1-1 0 0,-1 1 0 0 0,0 0 0 0 0,0 0 0 0 0,-14-3-1404 0 0,-5 4-655 0 0,10 2 843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46.7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164 227 143 0 0,'0'0'1162'0'0,"-8"4"524"0"0,2-3-1034 0 0,0 1 0 0 0,0-1 0 0 0,1 0 0 0 0,-1 0 0 0 0,0 0 0 0 0,0-1 0 0 0,0 0 0 0 0,-10-1 0 0 0,15 1-129 0 0,-11-2 946 0 0,-28-1-333 0 0,38 3-1197 0 0,0 0-1 0 0,1 0 0 0 0,-1 0 1 0 0,1 0-1 0 0,-1 1 0 0 0,1-1 1 0 0,-1 1-1 0 0,1-1 0 0 0,-1 1 1 0 0,1 0-1 0 0,-1-1 0 0 0,1 1 1 0 0,0 0-1 0 0,-1 0 0 0 0,1 0 1 0 0,0 0-1 0 0,0 0 0 0 0,0 0 1 0 0,0 0-1 0 0,0 0 0 0 0,0 1 1 0 0,0-1-1 0 0,0 0 0 0 0,0 1 1 0 0,0-1-1 0 0,1 1 0 0 0,-1-1 1 0 0,1 0-1 0 0,-1 4 0 0 0,0-3-153 0 0,0 1-1 0 0,0 0 0 0 0,1-1 1 0 0,0 1-1 0 0,-1 0 0 0 0,1 0 1 0 0,0-1-1 0 0,0 1 0 0 0,1 0 1 0 0,-1 0-1 0 0,0-1 1 0 0,1 1-1 0 0,0 0 0 0 0,-1-1 1 0 0,1 1-1 0 0,2 3 0 0 0,-1-3-66 0 0,-1 0 0 0 0,1-1 0 0 0,0 1 0 0 0,0 0 0 0 0,0-1 0 0 0,1 0 0 0 0,-1 1 0 0 0,1-1 0 0 0,-1 0 0 0 0,1 0 0 0 0,3 2 0 0 0,-5-4 28 0 0,20-2 548 0 0,-18 1-179 0 0,-1 0 0 0 0,1-1-1 0 0,0 1 1 0 0,-1-1-1 0 0,1 1 1 0 0,-1-1-1 0 0,0 0 1 0 0,0 0-1 0 0,0 0 1 0 0,0 0 0 0 0,0 0-1 0 0,0 0 1 0 0,0-1-1 0 0,0 1 1 0 0,-1-1-1 0 0,0 1 1 0 0,1-1-1 0 0,0-3 1 0 0,2-6 600 0 0,0-1-1 0 0,4-25 1 0 0,3-9 796 0 0,-6 28-683 0 0,-1 0-1 0 0,-1 0 0 0 0,0-1 0 0 0,-1-19 0 0 0,0 5 1173 0 0,-1 30-1721 0 0,-1 2-217 0 0,0 1-1 0 0,0-1 1 0 0,0 1-1 0 0,0 0 1 0 0,0-1-1 0 0,0 1 1 0 0,1-1 0 0 0,-1 1-1 0 0,1 0 1 0 0,-1-1-1 0 0,1 1 1 0 0,-1 0 0 0 0,1 0-1 0 0,0-1 1 0 0,1 0-1 0 0,-1 1 135 0 0,-2-8 407 0 0,-3 8 23 0 0,-6 10-587 0 0,8-8-156 0 0,-6 75-150 0 0,-13 133-4517 0 0,21-153 88 0 0,0-55 3888 0 0,9 20-2312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47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 1 775 0 0,'-15'-1'648'0'0,"12"2"180"0"0,0-1 0 0 0,-1 1-1 0 0,1 0 1 0 0,0 0-1 0 0,0 1 1 0 0,-6 2 0 0 0,-1 2 167 0 0,1 1 1 0 0,-10 8-1 0 0,3-2 777 0 0,15-12-1381 0 0,-7 12-219 0 0,-5-1-131 0 0,1 0 0 0 0,0 1 0 0 0,1 1 0 0 0,0 0-1 0 0,-17 30 1 0 0,28-43-41 0 0,-3 4-31 0 0,0-1 0 0 0,1 1-1 0 0,-1 1 1 0 0,1-1 0 0 0,-1 5-1 0 0,-8 16-166 0 0,9-21-24 0 0,-1 0 0 0 0,1 0 0 0 0,0 1 0 0 0,-1 6 0 0 0,2-9-479 0 0,0 6 180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47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7 775 0 0,'-12'-3'28'0'0,"8"2"-16"0"0,-1 1 0 0 0,0-1 0 0 0,1 1 0 0 0,-1 0 0 0 0,-5 0 0 0 0,-28-2 4134 0 0,40 6-3748 0 0,1-1 1 0 0,-1 0-1 0 0,1 0 1 0 0,-1 0-1 0 0,1 0 1 0 0,0 0-1 0 0,5 3 1 0 0,-5-5-307 0 0,3 4-38 0 0,-6-4-40 0 0,1 0-1 0 0,-1 1 0 0 0,0-1 1 0 0,0 0-1 0 0,0 0 0 0 0,1 0 1 0 0,-1 0-1 0 0,0 0 0 0 0,0 1 1 0 0,-1-1-1 0 0,1 0 0 0 0,0 2 1 0 0,-10 26 592 0 0,10-27-302 0 0,5 9 174 0 0,-4-8-416 0 0,1-1 1 0 0,-1 0 0 0 0,1 1-1 0 0,0-1 1 0 0,0 0 0 0 0,0 0-1 0 0,0 0 1 0 0,1 0 0 0 0,-1-1-1 0 0,0 1 1 0 0,1-1 0 0 0,-1 1-1 0 0,1-1 1 0 0,4 2 0 0 0,-6-3-46 0 0,1 1 1 0 0,-1 0 0 0 0,0 0-1 0 0,1-1 1 0 0,-1 1-1 0 0,0 0 1 0 0,0 0 0 0 0,0 0-1 0 0,0 0 1 0 0,0 0-1 0 0,0 0 1 0 0,0 1 0 0 0,0-1-1 0 0,0 0 1 0 0,0 0 0 0 0,-1 1-1 0 0,1-1 1 0 0,-1 0-1 0 0,1 1 1 0 0,-1-1 0 0 0,1 1-1 0 0,-1-1 1 0 0,0 1-1 0 0,1-1 1 0 0,-1 0 0 0 0,0 1-1 0 0,0-1 1 0 0,0 1 0 0 0,0-1-1 0 0,-1 1 1 0 0,1-1-1 0 0,-1 3 1 0 0,1-3-32 0 0,0 0-1 0 0,-1 0 1 0 0,1-1-1 0 0,0 1 1 0 0,0 0-1 0 0,0 0 1 0 0,0 0-1 0 0,0 0 1 0 0,0-1 0 0 0,0 1-1 0 0,0 0 1 0 0,0 0-1 0 0,0 0 1 0 0,1 0-1 0 0,0 1 1 0 0,-1-2 2 0 0,0 1-1 0 0,0-1 1 0 0,0 1 0 0 0,1-1 0 0 0,-1 1-1 0 0,0-1 1 0 0,0 1 0 0 0,0-1 0 0 0,0 1 0 0 0,0-1-1 0 0,0 1 1 0 0,0 0 0 0 0,0-1 0 0 0,0 1-1 0 0,0-1 1 0 0,0 1 0 0 0,0-1 0 0 0,0 1-1 0 0,-1-1 1 0 0,1 1 0 0 0,0-1 0 0 0,0 1-1 0 0,-1-1 1 0 0,1 0 0 0 0,0 1 0 0 0,0-1 0 0 0,-1 1-1 0 0,1-1 1 0 0,-1 1 0 0 0,1-1 0 0 0,-1 1-1 0 0,-4 3-331 0 0,0 1 0 0 0,-1-1 0 0 0,1 0 0 0 0,-1 0 0 0 0,0-1 0 0 0,0 0 0 0 0,0 0 0 0 0,0 0 0 0 0,-8 2 0 0 0,-53 11-660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47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 1 3079 0 0,'0'0'8323'0'0,"-6"5"-8003"0"0,0 1-219 0 0,0 0 0 0 0,1 0 0 0 0,0 0-1 0 0,0 1 1 0 0,0 0 0 0 0,1 0 0 0 0,0 0 0 0 0,-5 14 0 0 0,-1 7 29 0 0,-6 32 1 0 0,1-8-272 0 0,9-33 89 0 0,0 3-286 0 0,-2 0-1 0 0,0 0 1 0 0,-1 0-1 0 0,-21 33 1 0 0,26-50 42 0 0,3-3 70 0 0,-1 0-1 0 0,1 0 1 0 0,-1 0 0 0 0,1 0-1 0 0,0 0 1 0 0,0 0-1 0 0,0 0 1 0 0,-1 3 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48.0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0 775 0 0,'0'0'3520'0'0,"-9"10"-2306"0"0,2-2-949 0 0,1 1 0 0 0,0 0 0 0 0,0 0 0 0 0,1 1 1 0 0,1-1-1 0 0,0 1 0 0 0,0 0 0 0 0,-3 11 0 0 0,-2 5 15 0 0,3-10-1420 0 0,-5 27 0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48.2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0 431 0 0,'6'0'107'0'0,"-1"1"0"0"0,0-1-1 0 0,1 1 1 0 0,-1 0-1 0 0,0 0 1 0 0,0 1-1 0 0,0-1 1 0 0,0 1-1 0 0,0 0 1 0 0,0 1-1 0 0,0-1 1 0 0,-1 1 0 0 0,1 0-1 0 0,-1 0 1 0 0,0 1-1 0 0,0-1 1 0 0,0 1-1 0 0,5 6 1 0 0,-3-2 131 0 0,0 0 0 0 0,-1 0 0 0 0,0 1 1 0 0,0 0-1 0 0,-1 0 0 0 0,0 0 0 0 0,-1 0 1 0 0,0 1-1 0 0,2 9 0 0 0,-3-11-40 0 0,-1-1-1 0 0,0 1 1 0 0,-1-1-1 0 0,1 1 1 0 0,-1 0 0 0 0,-1-1-1 0 0,1 1 1 0 0,-1-1-1 0 0,-1 1 1 0 0,1-1-1 0 0,-1 0 1 0 0,-4 9 0 0 0,1-6-75 0 0,0 0 0 0 0,-1 0 0 0 0,0 0 0 0 0,0-1 0 0 0,-1 0 0 0 0,-1 0 0 0 0,-12 12 0 0 0,0-4-355 0 0,-1-1 0 0 0,0-1 0 0 0,-1-1 0 0 0,-1-1-1 0 0,0 0 1 0 0,-39 13 0 0 0,-13-1-447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49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7 1807 0 0,'0'-1'80'0'0,"0"1"-1"0"0,0 0 0 0 0,-1-1 1 0 0,1 1-1 0 0,0 0 0 0 0,0-1 1 0 0,-1 1-1 0 0,1 0 0 0 0,0-1 0 0 0,0 1 1 0 0,-1 0-1 0 0,1-1 0 0 0,0 1 1 0 0,-1 0-1 0 0,1 0 0 0 0,-1 0 0 0 0,1-1 1 0 0,0 1-1 0 0,-1 0 0 0 0,1 0 1 0 0,0 0-1 0 0,-1 0 0 0 0,1 0 0 0 0,-1 0 1 0 0,1 0-1 0 0,-1 0 0 0 0,1-1 1 0 0,0 2-1 0 0,-1-1 0 0 0,1 0 1 0 0,-1 0-1 0 0,1 0 0 0 0,-1 0 0 0 0,-4 0 701 0 0,4-1-393 0 0,6 1-258 0 0,-1 0-90 0 0,-3 0-118 0 0,2 1-154 0 0,1-1 170 0 0,-1 1 0 0 0,1 0-1 0 0,-1 0 1 0 0,0 1 0 0 0,0-1 0 0 0,1 0 0 0 0,-1 1 0 0 0,3 2 0 0 0,7 3-136 0 0,11 3-57 0 0,36 10-1 0 0,-5-2 58 0 0,116 47 199 0 0,-129-49 163 0 0,-40-16-408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49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312 1 2039 0 0,'0'0'4642'0'0,"-1"0"-3944"0"0,-9 0-148 0 0,1 1-1 0 0,0 1 0 0 0,0-1 0 0 0,0 1 0 0 0,1 1 0 0 0,-1 0 0 0 0,1 0 1 0 0,-13 7-1 0 0,-63 41 721 0 0,74-44-1271 0 0,-4 3-221 0 0,1 1-1 0 0,0 0 1 0 0,1 1 0 0 0,0 0-1 0 0,-19 28 1 0 0,27-34-220 0 0,0-1 1 0 0,1 1-1 0 0,0 0 1 0 0,0 0-1 0 0,1 0 1 0 0,-1 1-1 0 0,1-1 1 0 0,0 0-1 0 0,1 1 1 0 0,0 0-1 0 0,0-1 1 0 0,0 1-1 0 0,1 0 1 0 0,1 12-1 0 0,-1-15 300 0 0,1 0-1 0 0,0 0 1 0 0,0 1-1 0 0,1-1 1 0 0,-1 0-1 0 0,1 0 0 0 0,0 0 1 0 0,0 0-1 0 0,0 0 1 0 0,0-1-1 0 0,1 1 1 0 0,0-1-1 0 0,-1 1 0 0 0,1-1 1 0 0,0 0-1 0 0,1 0 1 0 0,-1 0-1 0 0,0-1 1 0 0,1 1-1 0 0,0-1 0 0 0,0 0 1 0 0,-1 0-1 0 0,7 3 1 0 0,3-1 59 0 0,-1-1 0 0 0,27 5 0 0 0,-13-4 2945 0 0,-27-20-413 0 0,-5 9-2066 0 0,1 0 0 0 0,-1 0 0 0 0,-10-8 0 0 0,5 5-75 0 0,10 8-168 0 0,-7-7-62 0 0,4 2-1124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50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 3 2039 0 0,'0'0'186'0'0,"-10"-2"404"0"0,9 1-534 0 0,-14 2 72 0 0,-34 11-337 0 0,47-12 326 0 0,-14 6 378 0 0,15-5-447 0 0,0-1 1 0 0,0 1-1 0 0,0-1 0 0 0,-1 1 1 0 0,1-1-1 0 0,0 1 0 0 0,0 0 1 0 0,1-1-1 0 0,-1 1 0 0 0,0 0 1 0 0,0 0-1 0 0,0 0 0 0 0,0 0 0 0 0,1 0 1 0 0,-1 0-1 0 0,0 0 0 0 0,1 0 1 0 0,-1 0-1 0 0,1 0 0 0 0,-1 0 1 0 0,1 0-1 0 0,-1 0 0 0 0,1 3 1 0 0,0-2-196 0 0,0 0 0 0 0,0 1 1 0 0,0-1-1 0 0,0 0 0 0 0,1 1 1 0 0,-1-1-1 0 0,1 0 1 0 0,0 0-1 0 0,0 1 0 0 0,-1-1 1 0 0,1 0-1 0 0,2 2 0 0 0,-1-1 23 0 0,0 1-1 0 0,1-1 0 0 0,0 0 0 0 0,-1 0 1 0 0,1 0-1 0 0,0 0 0 0 0,1 0 0 0 0,-1-1 0 0 0,0 0 1 0 0,1 1-1 0 0,-1-1 0 0 0,5 2 0 0 0,1-1 209 0 0,-1 0 0 0 0,1 0-1 0 0,-1 0 1 0 0,13 1-1 0 0,-21-4 148 0 0,1 0-1 0 0,0 0 0 0 0,-1 0 0 0 0,1 1 1 0 0,0-1-1 0 0,-1 0 0 0 0,1 0 0 0 0,0 0 1 0 0,-1 0-1 0 0,1-1 0 0 0,0 1 0 0 0,-1 0 1 0 0,1 0-1 0 0,0 0 0 0 0,-1-1 0 0 0,1 1 1 0 0,-1 0-1 0 0,1 0 0 0 0,0-1 0 0 0,-1 1 0 0 0,1-1 1 0 0,-1 1-1 0 0,1 0 0 0 0,-1-1 0 0 0,1 1 1 0 0,0-2-1 0 0,0 1 75 0 0,-1 0 1 0 0,1-1-1 0 0,-1 1 1 0 0,0 0-1 0 0,1-1 1 0 0,-1 1-1 0 0,0 0 1 0 0,0-1-1 0 0,0 1 1 0 0,0 0-1 0 0,0-1 1 0 0,0-1-1 0 0,-1-5 514 0 0,-1 0 0 0 0,0 0-1 0 0,-5-11 1 0 0,7 17-720 0 0,-1-1-507 0 0,-1 0 0 0 0,1 0 0 0 0,0 0 0 0 0,-1 0 1 0 0,0 0-1 0 0,-4-5 0 0 0,4 4-749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50.7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 80 2183 0 0,'-31'-5'15'0'0,"24"4"124"0"0,0 1 1391 0 0,-18-4 3334 0 0,-53-21-1188 0 0,74 23-3360 0 0,3 2-222 0 0,0 0 0 0 0,0 0 0 0 0,1-1 0 0 0,-1 1 0 0 0,0 0 0 0 0,0 0 0 0 0,0-1 0 0 0,0 1 0 0 0,1-1 0 0 0,-1 1 0 0 0,0-1 0 0 0,0 1 0 0 0,1-1 0 0 0,-1 0 0 0 0,0 1 0 0 0,1-1 0 0 0,-1 0 0 0 0,1 1 0 0 0,-1-1 0 0 0,1 0 0 0 0,-1 0 0 0 0,1 1 0 0 0,-1-1 0 0 0,1 0 0 0 0,-1-1 0 0 0,1 2-81 0 0,0-1-1 0 0,0 1 1 0 0,0 0-1 0 0,0 0 1 0 0,0 0-1 0 0,0-1 1 0 0,0 1-1 0 0,0 0 1 0 0,0 0-1 0 0,0 0 1 0 0,0 0-1 0 0,0 0 1 0 0,0-1-1 0 0,0 1 1 0 0,0 0-1 0 0,-1 0 1 0 0,1 0-1 0 0,0 0 1 0 0,0 0-1 0 0,0-1 1 0 0,0 1-1 0 0,0 0 1 0 0,0 0-1 0 0,0 0 1 0 0,-1 0-1 0 0,1 0 1 0 0,0 0-1 0 0,0 0 1 0 0,0 0-1 0 0,0 0 1 0 0,-1-1-1 0 0,1 1 1 0 0,-13-9-23 0 0,12 7-210 0 0,-1 1 0 0 0,0 0 0 0 0,1 0 0 0 0,-1-1 0 0 0,0 1 0 0 0,0 0 0 0 0,0 0 0 0 0,0 1 0 0 0,1-1 0 0 0,-1 0 0 0 0,0 1 0 0 0,-1-1 0 0 0,-1 0 0 0 0,3 1 82 0 0,0 0 0 0 0,0 0-1 0 0,1 0 1 0 0,-1 0 0 0 0,0 0-1 0 0,0 1 1 0 0,1-1 0 0 0,-1 0-1 0 0,0 0 1 0 0,0 0 0 0 0,1 1-1 0 0,-1-1 1 0 0,0 0 0 0 0,0 1-1 0 0,1-1 1 0 0,-1 0 0 0 0,0 1-1 0 0,1-1 1 0 0,-1 1 0 0 0,1-1-1 0 0,-1 1 1 0 0,1 0 0 0 0,-1-1 0 0 0,1 1-1 0 0,-1 0 1 0 0,1-1 0 0 0,-1 1-1 0 0,1 0 1 0 0,0-1 0 0 0,-1 1-1 0 0,1 0 1 0 0,0 0 0 0 0,0-1-1 0 0,-1 1 1 0 0,1 0 0 0 0,0 0-1 0 0,0 0 1 0 0,0 2-246 0 0,0-1 0 0 0,0 0 1 0 0,1 0-1 0 0,-1 0 0 0 0,1 0 0 0 0,-1 0 0 0 0,2 3 1 0 0,0 5-599 0 0,0-2 359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50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1 287 975 0 0,'13'-5'176'0'0,"0"-1"0"0"0,-1 0 0 0 0,0-1 0 0 0,0-1 0 0 0,21-17 0 0 0,-31 23 9 0 0,0-1 0 0 0,1 1 0 0 0,-1-1 0 0 0,-1 1 0 0 0,1-1 0 0 0,0 0 0 0 0,-1 0 0 0 0,1 0 0 0 0,-1 0 0 0 0,0 0 0 0 0,1-6 0 0 0,9-16 1521 0 0,-6 16-1035 0 0,9-19 1716 0 0,-13 26-2198 0 0,0 0-1 0 0,-1 0 1 0 0,0 0-1 0 0,1 0 0 0 0,-1-1 1 0 0,0 1-1 0 0,0 0 0 0 0,0 0 1 0 0,0 0-1 0 0,-1 0 1 0 0,1 0-1 0 0,-1 0 0 0 0,0-4 1 0 0,-9-14 1274 0 0,7 17-1098 0 0,1-1-1 0 0,0 0 1 0 0,1 0-1 0 0,-1 1 0 0 0,1-1 1 0 0,-1 0-1 0 0,0-5 1 0 0,2 7-236 0 0,0 0 1 0 0,0 0-1 0 0,0 0 1 0 0,1-1 0 0 0,-1 1-1 0 0,0 0 1 0 0,1 0-1 0 0,-1 0 1 0 0,1 0-1 0 0,0 0 1 0 0,0 1 0 0 0,0-1-1 0 0,0 0 1 0 0,0 0-1 0 0,0 0 1 0 0,0 1 0 0 0,1-1-1 0 0,-1 1 1 0 0,3-3-1 0 0,-3 3-214 0 0,-5 2-595 0 0,3-1 650 0 0,0 0 0 0 0,0 0 0 0 0,0 0 0 0 0,1 0 0 0 0,-1 0 0 0 0,0 0 0 0 0,0 0 0 0 0,0 0 0 0 0,1 1 0 0 0,-1-1 0 0 0,0 0 0 0 0,1 1 0 0 0,-1-1 0 0 0,0 0-1 0 0,0 1 1 0 0,1-1 0 0 0,-1 1 0 0 0,-1 0 0 0 0,4 7-213 0 0,-1-1 0 0 0,0 1 0 0 0,-1-1 0 0 0,0 1 0 0 0,0-1 0 0 0,-1 1 0 0 0,-2 11 0 0 0,0-6 21 0 0,1-1 0 0 0,1 1 0 0 0,0-1 0 0 0,0 1 0 0 0,1-1 0 0 0,1 1 0 0 0,2 15 0 0 0,-2-23 157 0 0,-1 0 1 0 0,0 0-1 0 0,0 0 0 0 0,-1 0 0 0 0,1 0 0 0 0,-1 0 0 0 0,0 0 0 0 0,0 0 0 0 0,-1-1 1 0 0,1 1-1 0 0,-1 0 0 0 0,0-1 0 0 0,-3 5 0 0 0,2-2-169 0 0,0-1 0 0 0,1 1 0 0 0,-1 0 0 0 0,-1 12 0 0 0,3-18 131 0 0,1 1 0 0 0,1 0 0 0 0,-1 0 0 0 0,0-1 0 0 0,0 1 1 0 0,0 0-1 0 0,1 0 0 0 0,-1-1 0 0 0,1 1 0 0 0,0 0 0 0 0,-1-1 0 0 0,1 1 1 0 0,0 0-1 0 0,1 1 0 0 0,1 2-513 0 0,3 10-2883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51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 10 7055 0 0,'0'0'323'0'0,"-1"0"-8"0"0,-2-2 98 0 0,0 1 0 0 0,0 0-1 0 0,0 0 1 0 0,0 0 0 0 0,0 0 0 0 0,0 0 0 0 0,0 1 0 0 0,-1-1 0 0 0,1 1 0 0 0,0 0 0 0 0,0 0 0 0 0,0 0-1 0 0,-4 1 1 0 0,0 0-127 0 0,1 1 0 0 0,0 0-1 0 0,0 1 1 0 0,-9 4-1 0 0,14-7-251 0 0,-1 2-6 0 0,0 0-1 0 0,-1 0 0 0 0,1 0 0 0 0,0 0 0 0 0,0 0 1 0 0,0 1-1 0 0,0-1 0 0 0,0 1 0 0 0,1-1 1 0 0,-1 1-1 0 0,-1 4 0 0 0,-8 12 62 0 0,4-8-509 0 0,-1 0 0 0 0,1 1 0 0 0,-8 20-1 0 0,13-27 265 0 0,0 1 0 0 0,0-1 0 0 0,0 0-1 0 0,1 1 1 0 0,0 0 0 0 0,0-1 0 0 0,1 1-1 0 0,-1 0 1 0 0,1-1 0 0 0,0 1 0 0 0,2 6-1 0 0,-2 6-1187 0 0,-1-7-552 0 0,1-7 1132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51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2 599 0 0,'20'0'-23'0'0,"-11"-1"81"0"0,0 1 1 0 0,0 0-1 0 0,0 1 0 0 0,0 0 0 0 0,0 0 0 0 0,16 5 0 0 0,-24-5-32 0 0,1 0 0 0 0,-1 0 0 0 0,1 0 0 0 0,0 0 0 0 0,-1 1-1 0 0,0-1 1 0 0,1 1 0 0 0,-1-1 0 0 0,0 1 0 0 0,0-1 0 0 0,0 1-1 0 0,0 0 1 0 0,0-1 0 0 0,0 1 0 0 0,0 0 0 0 0,-1 0 0 0 0,1 0-1 0 0,0 2 1 0 0,0 2 111 0 0,1 0 0 0 0,-1 0 0 0 0,-1 1 0 0 0,1 6 0 0 0,-1-4-109 0 0,-1 0-1 0 0,-1 1 0 0 0,1-1 1 0 0,-2 0-1 0 0,1 0 0 0 0,-1 0 1 0 0,0 0-1 0 0,-8 14 0 0 0,7-16-16 0 0,0 0-1 0 0,0-1 1 0 0,-1 1-1 0 0,1-1 0 0 0,-1 0 1 0 0,-1 0-1 0 0,1-1 0 0 0,-1 1 1 0 0,0-1-1 0 0,-12 7 0 0 0,13-9 12 0 0,4-3-32 0 0,1 0 0 0 0,-1 1 1 0 0,1-1-1 0 0,-1 0 0 0 0,1 0 1 0 0,-1 0-1 0 0,1 0 0 0 0,-1 1 1 0 0,1-1-1 0 0,-1 0 0 0 0,1 0 0 0 0,0 1 1 0 0,-1-1-1 0 0,1 0 0 0 0,0 1 1 0 0,-1-1-1 0 0,1 1 0 0 0,0-1 1 0 0,-1 0-1 0 0,1 1 0 0 0,0-1 0 0 0,0 1 1 0 0,-1-1-1 0 0,1 1 0 0 0,0-1 1 0 0,0 1-1 0 0,-1 0 0 0 0,13 7-1186 0 0,-6-5 1149 0 0,15 8-442 0 0,-8-5 399 0 0,0 1 1 0 0,-1 0 0 0 0,22 18 0 0 0,-31-23 122 0 0,-1 0 0 0 0,1 1 0 0 0,-1 0 1 0 0,1-1-1 0 0,-1 1 0 0 0,0 0 0 0 0,0 0 0 0 0,0 1 1 0 0,-1-1-1 0 0,1 0 0 0 0,-1 1 0 0 0,0-1 0 0 0,1 0 1 0 0,-2 1-1 0 0,1 0 0 0 0,0-1 0 0 0,-1 1 0 0 0,1-1 0 0 0,-1 1 1 0 0,-1 5-1 0 0,1-6 61 0 0,-1-1 1 0 0,0 0-1 0 0,1 1 1 0 0,-1-1-1 0 0,0 0 1 0 0,0 0-1 0 0,-1 0 0 0 0,1 0 1 0 0,0 0-1 0 0,-1 0 1 0 0,1 0-1 0 0,-1 0 1 0 0,0 0-1 0 0,0-1 1 0 0,0 1-1 0 0,1-1 1 0 0,-1 1-1 0 0,0-1 1 0 0,-1 0-1 0 0,-3 2 0 0 0,-1 0 21 0 0,0 0 0 0 0,-1 0 0 0 0,1-1-1 0 0,-1 0 1 0 0,-9 1 0 0 0,-50 4-402 0 0,50-5 64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52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329 3 3999 0 0,'-35'-2'418'0'0,"34"2"-70"0"0,1 6 223 0 0,0 0 0 0 0,-1 1 0 0 0,1-1 1 0 0,-1 0-1 0 0,-1 0 0 0 0,-2 9 0 0 0,-21 77 3991 0 0,-41 68-2774 0 0,-52 156-1718 0 0,70-89-374 0 0,21-119-2038 0 0,27-102 2152 0 0,6-4-3702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52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1 975 0 0,'0'0'8395'0'0,"-17"4"-5435"0"0,14-1-2885 0 0,0 0 0 0 0,0 0 0 0 0,0 0 0 0 0,0 1 0 0 0,1-1 0 0 0,-1 1 1 0 0,-3 7-1 0 0,-13 33-168 0 0,13-28 38 0 0,-12 39-673 0 0,10-26-294 0 0,-3 28-3668 0 0,10-56 3913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53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 2271 0 0,'0'0'2583'0'0,"6"6"-2332"0"0,-1-2-201 0 0,0-1-1 0 0,0 0 1 0 0,1 0 0 0 0,-1 0 0 0 0,11 2 0 0 0,2 2 123 0 0,-5-1 179 0 0,0 1 0 0 0,0 0 0 0 0,0 1-1 0 0,-1 0 1 0 0,0 1 0 0 0,0 0 0 0 0,10 12 0 0 0,-17-17-212 0 0,-1 1 0 0 0,-1-1 0 0 0,1 1 0 0 0,-1 0 0 0 0,1 0 0 0 0,-2 1 0 0 0,1-1 0 0 0,0 0 0 0 0,-1 1 0 0 0,0 0 0 0 0,-1-1 0 0 0,1 1 0 0 0,-1 0 0 0 0,0 0 0 0 0,0 0-1 0 0,-1 0 1 0 0,0 0 0 0 0,0 0 0 0 0,-2 12 0 0 0,1-10-87 0 0,-2 0 0 0 0,1 0 0 0 0,-1 0-1 0 0,0 0 1 0 0,-1 0 0 0 0,0-1-1 0 0,0 1 1 0 0,-1-1 0 0 0,1 0 0 0 0,-2 0-1 0 0,1-1 1 0 0,-1 0 0 0 0,0 0 0 0 0,0 0-1 0 0,-1-1 1 0 0,1 1 0 0 0,-1-2 0 0 0,-13 8-1 0 0,9-6-47 0 0,0-1-1 0 0,-1 0 0 0 0,1-1 1 0 0,-1 0-1 0 0,0-1 0 0 0,0 0 1 0 0,0-1-1 0 0,-1-1 1 0 0,1 0-1 0 0,0 0 0 0 0,-1-1 1 0 0,-14-2-1 0 0,9-1-599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0:59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481 52 599 0 0,'0'0'9855'0'0,"-19"-19"-4054"0"0,14 15-5734 0 0,0 1 0 0 0,0-1 0 0 0,-1 1 0 0 0,1 0-1 0 0,0 1 1 0 0,-1-1 0 0 0,0 1 0 0 0,0 0 0 0 0,1 0 0 0 0,-1 1-1 0 0,0 0 1 0 0,-10-1 0 0 0,-3 2 340 0 0,1 0 1 0 0,-33 6-1 0 0,3-1-146 0 0,36-3-268 0 0,-1 0 1 0 0,1 2-1 0 0,0-1 0 0 0,0 2 1 0 0,0-1-1 0 0,-11 7 0 0 0,-21 8-20 0 0,40-17 3 0 0,0 0 1 0 0,-1 0 0 0 0,1 0 0 0 0,0 0-1 0 0,0 1 1 0 0,0 0 0 0 0,0 0 0 0 0,1 0-1 0 0,-1 0 1 0 0,1 0 0 0 0,0 1 0 0 0,-3 4-1 0 0,-2 1 21 0 0,-19 31-390 0 0,26-39 301 0 0,-1 1-41 0 0,1 1 0 0 0,0 0 0 0 0,0 0-1 0 0,0 0 1 0 0,-1 4 0 0 0,0 1-83 0 0,0 0 1 0 0,1 0-1 0 0,0 0 0 0 0,0 1 0 0 0,1-1 0 0 0,0 0 0 0 0,0 1 0 0 0,1-1 0 0 0,3 15 1 0 0,0-10-124 0 0,1-1 1 0 0,0 0-1 0 0,1-1 1 0 0,0 0-1 0 0,0 1 1 0 0,14 16-1 0 0,-9-12-236 0 0,-8-11 227 0 0,0-1-1 0 0,1 1 1 0 0,-1-1-1 0 0,8 7 1 0 0,-3-2 217 0 0,-5-7 61 0 0,0 1 0 0 0,0 0 0 0 0,0-1 1 0 0,0 1-1 0 0,0-1 0 0 0,0 0 0 0 0,0 0 1 0 0,1-1-1 0 0,-1 1 0 0 0,8 2 0 0 0,-8-3 121 0 0,0-1-1 0 0,0 1 1 0 0,1-1-1 0 0,-1 0 1 0 0,0 0-1 0 0,0 0 1 0 0,1 0-1 0 0,-1-1 1 0 0,0 1-1 0 0,0-1 1 0 0,0 0-1 0 0,0 0 1 0 0,0 0-1 0 0,0 0 1 0 0,4-2-1 0 0,14-5 214 0 0,-18 7-203 0 0,32-8 198 0 0,-12 2-2377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1:00.3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100 129 1583 0 0,'0'0'314'0'0,"-1"-8"255"0"0,-2 0 183 0 0,-5-7 2623 0 0,7 14-2881 0 0,-5-4 2109 0 0,4 4-2069 0 0,0 0 1 0 0,0 0-1 0 0,0 1 1 0 0,0-1-1 0 0,0 0 0 0 0,0 1 1 0 0,0-1-1 0 0,0 1 1 0 0,-1 0-1 0 0,-2 0 0 0 0,4 0-517 0 0,-1 0 0 0 0,0 1-1 0 0,1-1 1 0 0,-1 1 0 0 0,0 0-1 0 0,1-1 1 0 0,-1 1 0 0 0,1 0 0 0 0,-1 0-1 0 0,1 0 1 0 0,0 0 0 0 0,-1 0-1 0 0,1 0 1 0 0,0 0 0 0 0,0 1-1 0 0,-1-1 1 0 0,1 0 0 0 0,0 1-1 0 0,1-1 1 0 0,-1 1 0 0 0,-1 1-1 0 0,-3 7-712 0 0,1 0 0 0 0,1 0 0 0 0,0 0 0 0 0,0 0-1 0 0,0 1 1 0 0,0 18 0 0 0,2-22-213 0 0,2 0 0 0 0,-1 0 0 0 0,2 8 0 0 0,0 4 2 0 0,-1-10 343 0 0,0-1-1 0 0,0 1 1 0 0,1 0-1 0 0,0-1 1 0 0,1 0-1 0 0,3 10 0 0 0,-5-17 503 0 0,0 0 0 0 0,1 0 0 0 0,-1 1 0 0 0,0-1 0 0 0,0 0 0 0 0,0 0 0 0 0,1 0 0 0 0,-1 0 0 0 0,0-1 0 0 0,1 1 0 0 0,-1 0 0 0 0,1 0 0 0 0,-1-1 0 0 0,1 1 0 0 0,-1-1 0 0 0,4 1 0 0 0,-1 0-17 0 0,1 0 0 0 0,-1-1 1 0 0,1 0-1 0 0,7 0 0 0 0,-1-1 234 0 0,-1 0 0 0 0,1-1 0 0 0,-1 0 0 0 0,1-1 0 0 0,-1-1 0 0 0,0 1 0 0 0,0-2 0 0 0,0 1 0 0 0,-1-1 0 0 0,0-1 0 0 0,0 0-1 0 0,0 0 1 0 0,0 0 0 0 0,-1-1 0 0 0,14-16 0 0 0,-16 17 113 0 0,-3 3-122 0 0,0 0 0 0 0,-1-1-1 0 0,1 1 1 0 0,-1-1 0 0 0,3-5 0 0 0,-4 7-41 0 0,0 0 1 0 0,-1 0 0 0 0,1 0 0 0 0,-1 1 0 0 0,0-1 0 0 0,1 0 0 0 0,-1 0 0 0 0,0-1-1 0 0,0 1 1 0 0,-1 0 0 0 0,1 0 0 0 0,0 0 0 0 0,-1 1 0 0 0,0-5 0 0 0,-5-10 1768 0 0,0-1 1 0 0,-1 1-1 0 0,-1 1 0 0 0,0-1 1 0 0,-19-24-1 0 0,-5 5-692 0 0,19 24-1074 0 0,-9-3-2 0 0,20 12-97 0 0,-11-5 30 0 0,9 5-27 0 0,2 2-131 0 0,0 1 0 0 0,0-1 0 0 0,0 0-1 0 0,0 1 1 0 0,0 0 0 0 0,0-1 0 0 0,1 1 0 0 0,-1 0 0 0 0,0 0-1 0 0,0 0 1 0 0,0 0 0 0 0,-2 2 0 0 0,-7 10-1844 0 0,6-3-2730 0 0,3-2 10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1:01.0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0 128 943 0 0,'2'-10'1138'0'0,"-2"5"-629"0"0,1-1 0 0 0,1 0 1 0 0,-1 1-1 0 0,1-1 0 0 0,0 1 1 0 0,0 0-1 0 0,0 0 0 0 0,1-1 1 0 0,6-7-1 0 0,-9 12-202 0 0,6-5 1525 0 0,-5 5-1670 0 0,1 1 0 0 0,-1-1 0 0 0,0 0-1 0 0,1 1 1 0 0,-1-1 0 0 0,1 1 0 0 0,-1-1 0 0 0,1 1 0 0 0,-1 0 0 0 0,3-1 0 0 0,-3 1 183 0 0,21 12 263 0 0,-12-3-658 0 0,-2 0-1 0 0,1 0 1 0 0,-1 1-1 0 0,0 0 1 0 0,-1 1 0 0 0,-1 0-1 0 0,1 0 1 0 0,-2 0-1 0 0,1 1 1 0 0,-2 0-1 0 0,0 0 1 0 0,4 17-1 0 0,-3-12-195 0 0,-3-11 140 0 0,0 0-1 0 0,-1 1 1 0 0,1-1-1 0 0,-2 0 0 0 0,1 1 1 0 0,-1 7-1 0 0,1-7 142 0 0,0-4-35 0 0,-1-1 1 0 0,0 0-1 0 0,0 0 1 0 0,0 1-1 0 0,0-1 1 0 0,-1 0-1 0 0,1 0 0 0 0,-1 0 1 0 0,1 1-1 0 0,-1-1 1 0 0,-1 2-1 0 0,2-2-266 0 0,6-21 1246 0 0,18-64 726 0 0,33-127 2754 0 0,-57 210-5026 0 0,1-5 1595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1:02.4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1 154 599 0 0,'8'-3'14239'0'0,"-5"6"-14129"0"0,0 2-1 0 0,0-1 1 0 0,0 0 0 0 0,-1 1 0 0 0,0-1-1 0 0,1 1 1 0 0,-2-1 0 0 0,1 1 0 0 0,0 0-1 0 0,-1 0 1 0 0,1 7 0 0 0,1 12-366 0 0,1 27 1 0 0,-3-29-6 0 0,0 24-2403 0 0,-1-27-1909 0 0,16-30 3272 0 0,-12 7 1340 0 0,0 0 1 0 0,0-1 0 0 0,0 0-1 0 0,-1 0 1 0 0,1 0 0 0 0,-1 0-1 0 0,0 0 1 0 0,-1-1 0 0 0,3-7-1 0 0,7-12 351 0 0,10-20 828 0 0,12-22 2108 0 0,-26 53-2103 0 0,-5 13-1160 0 0,-2 0-63 0 0,1 1 0 0 0,0 0 1 0 0,-1 0-1 0 0,1 0 1 0 0,-1 0-1 0 0,1 0 0 0 0,0 0 1 0 0,-1 0-1 0 0,1 0 1 0 0,-1 1-1 0 0,1-1 0 0 0,-1 1 1 0 0,1-1-1 0 0,0 1 0 0 0,-1-1 1 0 0,0 1-1 0 0,1 0 1 0 0,-1 0-1 0 0,1 0 0 0 0,0 1 1 0 0,4 2-11 0 0,-1-1-56 0 0,0 1 0 0 0,-1 0-1 0 0,1 0 1 0 0,-1 0 0 0 0,0 1-1 0 0,0-1 1 0 0,0 1 0 0 0,-1 0 0 0 0,6 8-1 0 0,2 8-1107 0 0,8 24 0 0 0,-17-40 865 0 0,7 17-598 0 0,-6-13 390 0 0,0-1 0 0 0,1 0-1 0 0,0 1 1 0 0,0-2 0 0 0,10 15 0 0 0,-13-21 489 0 0,0 0 0 0 0,0 0 1 0 0,0 1-1 0 0,0-1 0 0 0,1 0 1 0 0,-1 0-1 0 0,0 0 0 0 0,0-1 1 0 0,1 1-1 0 0,-1 0 0 0 0,0 0 1 0 0,1-1-1 0 0,-1 1 0 0 0,1-1 1 0 0,-1 1-1 0 0,1-1 0 0 0,-1 0 1 0 0,1 1-1 0 0,-1-1 0 0 0,1 0 1 0 0,0 0-1 0 0,-1 0 0 0 0,1 0 1 0 0,-1-1-1 0 0,1 1 0 0 0,-1 0 0 0 0,1 0 1 0 0,-1-1-1 0 0,1 1 0 0 0,-1-1 1 0 0,1 0-1 0 0,1 0 0 0 0,57-25 1271 0 0,-55 24-1196 0 0,1-1-1 0 0,-1 1 1 0 0,0-1 0 0 0,0 0 0 0 0,0-1-1 0 0,-1 1 1 0 0,7-8 0 0 0,0 0 157 0 0,15-20-1 0 0,-17 19 246 0 0,-1 0 0 0 0,0-1-1 0 0,-1-1 1 0 0,0 1 0 0 0,-1-1-1 0 0,-1 0 1 0 0,0 0 0 0 0,-1-1-1 0 0,3-23 1 0 0,-3 16 295 0 0,-3 14-358 0 0,1-1 1 0 0,-1 1 0 0 0,0-1-1 0 0,-1 1 1 0 0,0-1 0 0 0,0 1 0 0 0,-2-13-1 0 0,1 20 218 0 0,-6-11 614 0 0,-9 3-425 0 0,15 9-732 0 0,-11 0 321 0 0,8 2-368 0 0,1 0 0 0 0,-1 0 0 0 0,0 0 1 0 0,1 1-1 0 0,-1-1 0 0 0,1 1 1 0 0,0 0-1 0 0,0 0 0 0 0,0 0 0 0 0,0 0 1 0 0,1 1-1 0 0,-5 5 0 0 0,-4 10-107 0 0,-11 24 0 0 0,13-24-28 0 0,8-17 108 0 0,-7 14-421 0 0,1 0 0 0 0,-8 23 0 0 0,14-34 224 0 0,-1 1 1 0 0,1-1 0 0 0,0 0-1 0 0,1 1 1 0 0,-1-1-1 0 0,1 1 1 0 0,0-1 0 0 0,1 1-1 0 0,-1-1 1 0 0,1 0 0 0 0,3 11-1 0 0,-1-7-259 0 0,-1-1 0 0 0,2 0 0 0 0,5 10 0 0 0,-7-15 292 0 0,0 0-1 0 0,1 0 0 0 0,-1 0 1 0 0,1 0-1 0 0,0 0 1 0 0,0-1-1 0 0,0 1 1 0 0,0-1-1 0 0,6 4 0 0 0,2-1-256 0 0,0 0-1 0 0,0 0 1 0 0,0-1-1 0 0,1 0 0 0 0,0-1 1 0 0,-1 0-1 0 0,1-1 1 0 0,0-1-1 0 0,17 1 0 0 0,-12-2 818 0 0,-1-1 0 0 0,1 0 0 0 0,-1-2-1 0 0,1 0 1 0 0,-1 0 0 0 0,20-8 0 0 0,-21 6 760 0 0,-11 4-683 0 0,-1 0 0 0 0,0 0 0 0 0,0 0 1 0 0,1 0-1 0 0,-1 0 0 0 0,0-1 1 0 0,0 0-1 0 0,0 0 0 0 0,0 1 0 0 0,-1-2 1 0 0,1 1-1 0 0,3-4 0 0 0,-5 5 606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1:03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5 157 1807 0 0,'0'0'2451'0'0,"-3"-8"1386"0"0,3 7-3602 0 0,-1 0 1 0 0,1 0-1 0 0,0 0 0 0 0,0 0 0 0 0,-1-1 0 0 0,1 1 0 0 0,0 0 0 0 0,0 0 0 0 0,0-1 0 0 0,1 1 0 0 0,-1 0 0 0 0,0 0 0 0 0,0 0 0 0 0,1 0 0 0 0,-1-1 0 0 0,0 1 0 0 0,1-1 0 0 0,0 1-222 0 0,0 1-1 0 0,0-1 0 0 0,0 1 0 0 0,0-1 1 0 0,0 1-1 0 0,0-1 0 0 0,0 1 0 0 0,0 0 0 0 0,0-1 1 0 0,0 1-1 0 0,0 0 0 0 0,0 0 0 0 0,0 0 1 0 0,0 0-1 0 0,0 0 0 0 0,0 0 0 0 0,0 0 0 0 0,0 0 1 0 0,1 0-1 0 0,-1 0 0 0 0,1 1 0 0 0,6 1-18 0 0,0 0-1 0 0,0 0 1 0 0,0 1-1 0 0,-1 0 1 0 0,1 0-1 0 0,-1 1 1 0 0,1 0-1 0 0,-1 1 1 0 0,0-1-1 0 0,-1 1 1 0 0,8 8-1 0 0,1 1-38 0 0,0 1-1 0 0,-2 0 0 0 0,17 24 0 0 0,-24-30-237 0 0,-1-1 1 0 0,0 1 0 0 0,0 0-1 0 0,-1 0 1 0 0,0 0-1 0 0,0 1 1 0 0,3 16-1 0 0,-6-20-94 0 0,0 1 1 0 0,-1-1-1 0 0,1 0 1 0 0,-1 0-1 0 0,-1 1 1 0 0,1-1-1 0 0,-1 0 1 0 0,0 1-1 0 0,-1-1 0 0 0,1 0 1 0 0,-1 0-1 0 0,0 0 1 0 0,-4 7-1 0 0,6-12 184 0 0,-4 1 121 0 0,-5 5 4528 0 0,38-95-254 0 0,-18 59-3324 0 0,14-58 0 0 0,-19 51-446 0 0,12-56 1591 0 0,-14 77-1559 0 0,1-1 0 0 0,0 1 0 0 0,13-24 0 0 0,2 9-236 0 0,-19 29-376 0 0,0 10-4099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1:04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325 100 1151 0 0,'0'0'646'0'0,"-3"-8"596"0"0,-2-2 614 0 0,0 0-1 0 0,-1 1 0 0 0,0 0 0 0 0,-12-14 0 0 0,15 20-1657 0 0,1 1-1 0 0,-1-1 1 0 0,0 0-1 0 0,0 1 0 0 0,0 0 1 0 0,0 0-1 0 0,0 0 1 0 0,-1 0-1 0 0,1 0 0 0 0,-1 1 1 0 0,1-1-1 0 0,-1 1 1 0 0,1 0-1 0 0,-1 0 0 0 0,0 0 1 0 0,-7 0-1 0 0,1 1-166 0 0,1 0-1 0 0,-1 1 1 0 0,1 0-1 0 0,0 0 1 0 0,-1 1 0 0 0,1 0-1 0 0,0 1 1 0 0,0 0-1 0 0,0 0 1 0 0,-9 6-1 0 0,17-8-30 0 0,-1 0 0 0 0,1 0 1 0 0,0 0-1 0 0,-1 0 0 0 0,1 0 0 0 0,0 0 0 0 0,0 0 0 0 0,0 1 0 0 0,0-1 0 0 0,0 0 1 0 0,0 1-1 0 0,0-1 0 0 0,0 1 0 0 0,1-1 0 0 0,-1 1 0 0 0,0 0 0 0 0,1-1 0 0 0,-1 1 0 0 0,1 0 1 0 0,0-1-1 0 0,0 1 0 0 0,-1 0 0 0 0,1-1 0 0 0,0 1 0 0 0,0 0 0 0 0,1 0 0 0 0,-1-1 1 0 0,1 3-1 0 0,-1 6-13 0 0,0 3-8 0 0,0-1 0 0 0,0 1-1 0 0,1-1 1 0 0,1 0 0 0 0,0 1 0 0 0,1-1 0 0 0,0 0-1 0 0,6 14 1 0 0,44 84-417 0 0,-35-77 227 0 0,-2 1 1 0 0,14 42 0 0 0,-26-62 81 0 0,-1-1-1 0 0,0 1 1 0 0,-1 0 0 0 0,-1 0 0 0 0,0 1-1 0 0,-1-1 1 0 0,-1 0 0 0 0,0 0-1 0 0,-1 0 1 0 0,0 0 0 0 0,-6 18 0 0 0,5-23 15 0 0,0-1-1 0 0,0-1 1 0 0,-1 1 0 0 0,0 0 0 0 0,0-1 0 0 0,-1 0 0 0 0,0 0 0 0 0,-10 11-1 0 0,11-13 80 0 0,-1-1-1 0 0,0 0 0 0 0,0 0 1 0 0,-1-1-1 0 0,1 1 0 0 0,-1-1 1 0 0,1 0-1 0 0,-1-1 0 0 0,0 1 0 0 0,0-1 1 0 0,0 0-1 0 0,-11 1 0 0 0,10-2 287 0 0,1 0-1 0 0,-1 0 0 0 0,0-1 0 0 0,0 0 1 0 0,0 0-1 0 0,-12-3 0 0 0,18 3 62 0 0,-20-15 1804 0 0,19 12-2672 0 0,0 1 1 0 0,0-1-1 0 0,1 0 0 0 0,-1 0 0 0 0,0 0 0 0 0,1 0 0 0 0,-2-6 1 0 0,2 3-3707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1:04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30 599 0 0,'0'0'3747'0'0,"0"1"-3741"0"0,0-1 0 0 0,-1 0 0 0 0,1 0 0 0 0,0 1 0 0 0,0-1 0 0 0,0 0 0 0 0,-1 1 0 0 0,1-1 0 0 0,0 0-1 0 0,0 1 1 0 0,0-1 0 0 0,0 0 0 0 0,0 1 0 0 0,0-1 0 0 0,0 0 0 0 0,0 1 0 0 0,0-1 0 0 0,0 0 0 0 0,0 1 0 0 0,0-1 0 0 0,0 1 0 0 0,2 0 15 0 0,0 1 0 0 0,0-1-1 0 0,0 0 1 0 0,0 0 0 0 0,0 0 0 0 0,0 0 0 0 0,1 0 0 0 0,-1 0 0 0 0,0-1 0 0 0,1 1-1 0 0,-1-1 1 0 0,0 1 0 0 0,1-1 0 0 0,-1 0 0 0 0,1 0 0 0 0,-1 0 0 0 0,4-1 0 0 0,7-1 272 0 0,25-6 0 0 0,-28 6-141 0 0,160-29 1008 0 0,-145 28-1492 0 0,31 1-1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1:05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62 1807 0 0,'-1'0'171'0'0,"-41"-19"905"0"0,29 14-837 0 0,12 5-158 0 0,-1-2-111 0 0,-3 0 2597 0 0,5-4-2481 0 0,4 0-76 0 0,6-2-10 0 0,-5 9 0 0 0,-4-1 0 0 0,2 0-7 0 0,0 0 0 0 0,0 1-1 0 0,0-1 1 0 0,0 1-1 0 0,0 0 1 0 0,0 0-1 0 0,0 0 1 0 0,-1 0 0 0 0,1 0-1 0 0,0 1 1 0 0,0-1-1 0 0,-1 1 1 0 0,1 0-1 0 0,-1 0 1 0 0,0 0 0 0 0,1 0-1 0 0,-1 0 1 0 0,0 0-1 0 0,0 1 1 0 0,0-1-1 0 0,-1 1 1 0 0,4 4 0 0 0,1 5-131 0 0,0 1 1 0 0,-1 0 0 0 0,7 24 0 0 0,-5-17-241 0 0,-5-10 43 0 0,1-1 0 0 0,-1 1 0 0 0,0 0 0 0 0,-1-1 0 0 0,0 1 0 0 0,-1 0 0 0 0,0 0 0 0 0,-1 0 0 0 0,0 0 0 0 0,-4 18 3092 0 0,-2-37-1923 0 0,6 6-718 0 0,0 0-1 0 0,0 0 0 0 0,0 0 0 0 0,0-1 0 0 0,1 1 0 0 0,0 0 0 0 0,-1 0 0 0 0,1-1 1 0 0,0 1-1 0 0,0 0 0 0 0,1-5 0 0 0,9-37 297 0 0,-9 40-371 0 0,3-12 358 0 0,2-1-1 0 0,0 1 0 0 0,0 0 1 0 0,2 0-1 0 0,0 1 1 0 0,14-20-1 0 0,-13 17 29 0 0,-4 5-808 0 0,-4 12 103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1:05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50 113 599 0 0,'10'-7'180'0'0,"0"0"0"0"0,1 2 0 0 0,0-1 0 0 0,0 1 0 0 0,18-6 0 0 0,-1 2 1316 0 0,-27 8-976 0 0,0 1-309 0 0,-1-1-1 0 0,1 0 1 0 0,0 0 0 0 0,0 0-1 0 0,-1 0 1 0 0,1 0-1 0 0,0 0 1 0 0,-1 0-1 0 0,1 0 1 0 0,-1 0-1 0 0,0 0 1 0 0,1 0-1 0 0,-1 0 1 0 0,0 0-1 0 0,1 0 1 0 0,-1 0-1 0 0,0 0 1 0 0,0-3-1 0 0,-1 2-103 0 0,0-1 0 0 0,-1 1 0 0 0,1-1 0 0 0,-1 1 0 0 0,1 0 0 0 0,-1 0-1 0 0,0 0 1 0 0,0 0 0 0 0,0 0 0 0 0,0 0 0 0 0,0 0 0 0 0,0 1 0 0 0,-1-1-1 0 0,1 1 1 0 0,0-1 0 0 0,-1 1 0 0 0,1 0 0 0 0,-1 0 0 0 0,0 0 0 0 0,1 0-1 0 0,-6 0 1 0 0,0 0-374 0 0,0 0 0 0 0,0 1-1 0 0,1 0 1 0 0,-1 0 0 0 0,0 1 0 0 0,-12 2-1 0 0,17-2 227 0 0,0 0 0 0 0,1 0 0 0 0,-1 0 0 0 0,1 0 0 0 0,-1 1 0 0 0,1-1-1 0 0,-1 1 1 0 0,1-1 0 0 0,0 1 0 0 0,0 0 0 0 0,0 0 0 0 0,0 0-1 0 0,0 0 1 0 0,0 0 0 0 0,0 1 0 0 0,1-1 0 0 0,-1 1 0 0 0,1-1 0 0 0,0 1-1 0 0,0-1 1 0 0,0 1 0 0 0,0 0 0 0 0,0-1 0 0 0,0 6 0 0 0,-1 1-185 0 0,0 0 1 0 0,1 0-1 0 0,1 0 0 0 0,-1 1 1 0 0,1-1-1 0 0,2 11 0 0 0,-1-13 11 0 0,0 1 0 0 0,1-1 0 0 0,0 0 0 0 0,0 0 0 0 0,1 0 0 0 0,0 0 0 0 0,0 0 1 0 0,6 9-1 0 0,-6-12 105 0 0,0 0 1 0 0,0-1-1 0 0,0 1 1 0 0,0-1-1 0 0,1 0 1 0 0,-1 0 0 0 0,1 0-1 0 0,0 0 1 0 0,0-1-1 0 0,0 0 1 0 0,0 1 0 0 0,0-1-1 0 0,0-1 1 0 0,9 3-1 0 0,5 0 307 0 0,0-1 0 0 0,0 0-1 0 0,1-2 1 0 0,35-1-1 0 0,74-14 2295 0 0,-120 13-2421 0 0,1-1 2 0 0,-6 2-24 0 0,3-1-96 0 0,-5 0-24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1:06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90 2039 0 0,'-15'-12'263'0'0,"-30"-19"3332"0"0,15 11-1878 0 0,23 16-1137 0 0,0 0-1 0 0,0 0 0 0 0,0 1 1 0 0,-13-4-1 0 0,19 7-291 0 0,-7-2 388 0 0,7 1-547 0 0,0 1 0 0 0,0 0 1 0 0,0-1-1 0 0,0 1 0 0 0,0 0 0 0 0,0-1 1 0 0,0 1-1 0 0,-1 0 0 0 0,1 0 0 0 0,0 0 1 0 0,-1 0-1 0 0,-2 1-151 0 0,-1 1-1 0 0,1-1 1 0 0,0 1 0 0 0,0 0 0 0 0,0 0-1 0 0,1 1 1 0 0,-1-1 0 0 0,0 1-1 0 0,1-1 1 0 0,0 1 0 0 0,0 0 0 0 0,0 1-1 0 0,0-1 1 0 0,0 0 0 0 0,0 1-1 0 0,1 0 1 0 0,0-1 0 0 0,-3 6 0 0 0,2-3-440 0 0,1-1 0 0 0,-1 1 1 0 0,1 0-1 0 0,0 0 1 0 0,1 0-1 0 0,-1 0 1 0 0,1 0-1 0 0,0 1 0 0 0,1-1 1 0 0,0 0-1 0 0,0 1 1 0 0,1 6-1 0 0,-1-12 287 0 0,1 1 0 0 0,0-1-1 0 0,0 0 1 0 0,0 0 0 0 0,0 1 0 0 0,0-1 0 0 0,0 0-1 0 0,0 0 1 0 0,0 0 0 0 0,1 0 0 0 0,-1 0 0 0 0,0-1 0 0 0,0 1-1 0 0,1 0 1 0 0,-1 0 0 0 0,1-1 0 0 0,-1 1 0 0 0,1-1-1 0 0,2 1 1 0 0,1 0 85 0 0,0 0 1 0 0,0-1-1 0 0,0 1 0 0 0,0-1 1 0 0,0 0-1 0 0,0-1 0 0 0,0 1 1 0 0,0-1-1 0 0,0 0 0 0 0,6-2 1 0 0,6-3 434 0 0,25-12 1 0 0,-18 7-80 0 0,-17 8 11 0 0,-1-1 0 0 0,1 1 1 0 0,7-7-1 0 0,-12 10 142 0 0,3-9 1653 0 0,-1 3 2897 0 0,-4 6-4922 0 0,0 0 0 0 0,1 0 0 0 0,-1 0 0 0 0,0 1 0 0 0,0-1 0 0 0,1 0 0 0 0,-1 0 0 0 0,0 0 0 0 0,0 1 0 0 0,0-1 0 0 0,0 0 0 0 0,1 0 0 0 0,-1 1 0 0 0,0-1 0 0 0,0 0 0 0 0,0 0 0 0 0,0 1 0 0 0,0-1 0 0 0,0 0 0 0 0,0 0 0 0 0,0 1 0 0 0,0-1 0 0 0,0 0 0 0 0,0 0 0 0 0,0 1 0 0 0,0-1 0 0 0,0 0 0 0 0,0 0 0 0 0,0 1 0 0 0,0-1 0 0 0,1 13-189 0 0,-1 0 0 0 0,0 1-1 0 0,-3 16 1 0 0,1-4-182 0 0,3 354-4736 0 0,0-371 5041 0 0,3 103 83 0 0,-4-110 548 0 0,2-4-324 0 0,20-24 1551 0 0,0-1 0 0 0,-2-1 0 0 0,-1-1 0 0 0,16-33 0 0 0,16-24-131 0 0,-39 67-1558 0 0,18-26-109 0 0,-29 44-423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1:07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54 975 0 0,'-4'-7'12695'0'0,"2"12"-12756"0"0,1 0-1 0 0,0 0 1 0 0,0 0-1 0 0,0 0 1 0 0,0 1 0 0 0,1-1-1 0 0,0 0 1 0 0,0 0-1 0 0,0 0 1 0 0,2 7 0 0 0,2 7-476 0 0,9 27 0 0 0,-2-10-1073 0 0,-11-34 1325 0 0,5 2-920 0 0,-4-3 1127 0 0,-1-1 0 0 0,0 1 0 0 0,1-1 0 0 0,-1 1 0 0 0,0-1 0 0 0,1 1 0 0 0,-1-1 0 0 0,1 1 0 0 0,-1-1 1 0 0,1 0-1 0 0,-1 1 0 0 0,1-1 0 0 0,0 0 0 0 0,-1 1 0 0 0,1-1 0 0 0,2 1-28 0 0,0 0-1 0 0,0-1 1 0 0,0 0-1 0 0,0 0 1 0 0,0 1-1 0 0,0-2 1 0 0,0 1 0 0 0,0 0-1 0 0,0-1 1 0 0,0 1-1 0 0,0-1 1 0 0,0 0-1 0 0,0 0 1 0 0,0 0 0 0 0,-1 0-1 0 0,1 0 1 0 0,0-1-1 0 0,-1 1 1 0 0,1-1-1 0 0,-1 0 1 0 0,0 0-1 0 0,1 0 1 0 0,-1 0 0 0 0,0 0-1 0 0,0 0 1 0 0,0-1-1 0 0,-1 1 1 0 0,4-5-1 0 0,6-10 726 0 0,15-33 0 0 0,-21 36 1066 0 0,1 0-1 0 0,-2 0 1 0 0,4-16 4562 0 0,-8 30-6268 0 0,0 0 0 0 0,0 0 0 0 0,0 0 0 0 0,0 0 0 0 0,1 0 0 0 0,-1 0 1 0 0,0 0-1 0 0,0 0 0 0 0,0 0 0 0 0,0 0 0 0 0,0 0 0 0 0,0 0 0 0 0,0 0 0 0 0,0 0 0 0 0,0 0 0 0 0,0 1 0 0 0,0-1 1 0 0,0 0-1 0 0,0 0 0 0 0,1 0 0 0 0,-1-1 0 0 0,0 1 0 0 0,0 0 0 0 0,0 0 0 0 0,0 0 0 0 0,0 0 0 0 0,0 0 0 0 0,0 0 1 0 0,0 0-1 0 0,0 0 0 0 0,0 0 0 0 0,0 0 0 0 0,0 0 0 0 0,0 0 0 0 0,1 0 0 0 0,-1 0 0 0 0,0 0 0 0 0,0 0 1 0 0,0 0-1 0 0,0 0 0 0 0,0 0 0 0 0,0 0 0 0 0,0 0 0 0 0,0 0 0 0 0,0-1 0 0 0,0 1 0 0 0,0 0 0 0 0,0 0 0 0 0,0 0 1 0 0,0 0-1 0 0,0 0 0 0 0,0 0 0 0 0,7 12-497 0 0,4 19-301 0 0,12 53-1933 0 0,-10-36 522 0 0,-12-45 2087 0 0,-1-1-1 0 0,1 0 0 0 0,0 1 1 0 0,0-1-1 0 0,0 0 0 0 0,0 0 0 0 0,0 0 1 0 0,1 0-1 0 0,-1 0 0 0 0,0 0 1 0 0,1 0-1 0 0,0 0 0 0 0,-1-1 0 0 0,1 1 1 0 0,0-1-1 0 0,0 1 0 0 0,0-1 1 0 0,0 0-1 0 0,0 1 0 0 0,3 0 0 0 0,-2-1 35 0 0,0 0 0 0 0,0-1 0 0 0,0 1-1 0 0,0-1 1 0 0,1 1 0 0 0,-1-1-1 0 0,0 0 1 0 0,0 0 0 0 0,1-1 0 0 0,-1 1-1 0 0,0-1 1 0 0,0 1 0 0 0,0-1-1 0 0,5-2 1 0 0,17-6-55 0 0,-1-1 0 0 0,0-1 0 0 0,-1-1 0 0 0,40-27 0 0 0,-60 36 426 0 0,-1 1-1 0 0,1-1 1 0 0,-1 1 0 0 0,0-1-1 0 0,0 0 1 0 0,0 0 0 0 0,0 0-1 0 0,0 0 1 0 0,-1 0-1 0 0,0-1 1 0 0,3-5 0 0 0,-1-5 1760 0 0,3-23 1 0 0,-4 25-1195 0 0,0 0-176 0 0,0-1-59 0 0,0 0 0 0 0,-1-27 1632 0 0,-9 57-3856 0 0,4-11 1533 0 0,-7 27-116 0 0,9-26 225 0 0,2-6 332 0 0,-1 2-417 0 0,-1-2 62 0 0,-1 16-69 0 0,2-12 49 0 0,1 1 0 0 0,0-1 0 0 0,1 0 0 0 0,-1 0 0 0 0,3 9 0 0 0,-3-12-11 0 0,1 3 27 0 0,1 4-143 0 0,0 1 0 0 0,0-1 0 0 0,5 10 0 0 0,-6-17 126 0 0,0 1 0 0 0,0-1 0 0 0,0 0 0 0 0,1 0 0 0 0,-1 0 0 0 0,0 0 0 0 0,1 0-1 0 0,0 0 1 0 0,-1 0 0 0 0,1-1 0 0 0,0 1 0 0 0,0 0 0 0 0,0-1 0 0 0,0 1 0 0 0,0-1 0 0 0,0 0-1 0 0,4 2 1 0 0,99 37-368 0 0,-97-38 330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1:07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1 775 0 0,'0'0'812'0'0,"1"1"-598"0"0,3 17 749 0 0,4 24 0 0 0,0-1 429 0 0,-4-21-1152 0 0,0 0 0 0 0,-2 0 0 0 0,0 0 0 0 0,-1 0 0 0 0,-3 22 0 0 0,1-35-213 0 0,1-5 282 0 0,0-4-133 0 0,23-107 2159 0 0,-15 76 1208 0 0,25-58 1381 0 0,-31 91-5223 0 0,1 2 209 0 0,1 0 0 0 0,0-1 0 0 0,0 1 0 0 0,-1 1 0 0 0,1-1 1 0 0,-1 0-1 0 0,0 1 0 0 0,1 0 0 0 0,-1 0 0 0 0,-1 0 0 0 0,1 0 0 0 0,0 0 0 0 0,-1 1 0 0 0,1-1 0 0 0,-1 1 1 0 0,3 6-1 0 0,3 8-708 0 0,-1 0 0 0 0,7 25 0 0 0,-9-28 233 0 0,1 9-1535 0 0,-4-14-1968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1:08.1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1 2527 0 0,'0'0'4290'0'0,"-15"6"-1372"0"0,7 1-2735 0 0,1 0-1 0 0,-1 0 0 0 0,1 0 1 0 0,1 1-1 0 0,0 0 0 0 0,-7 11 1 0 0,12-18-164 0 0,-3 6-27 0 0,0 0 0 0 0,0 0 0 0 0,0 1 0 0 0,1-1 0 0 0,0 1 0 0 0,1 0 0 0 0,0 0 0 0 0,0 0 0 0 0,0 0 0 0 0,1 1 0 0 0,1-1 0 0 0,-1 0 0 0 0,1 0 0 0 0,1 1 0 0 0,-1-1 0 0 0,4 14 0 0 0,-3-18-133 0 0,1-1-1 0 0,-1 1 0 0 0,1-1 0 0 0,0 1 0 0 0,3 3 0 0 0,-4-6-79 0 0,0 1 0 0 0,0-1 0 0 0,0 0 0 0 0,0 0 0 0 0,0 0 0 0 0,0 0 0 0 0,0 0 0 0 0,0 0 0 0 0,0-1-1 0 0,0 1 1 0 0,1 0 0 0 0,-1 0 0 0 0,0-1 0 0 0,0 1 0 0 0,1-1 0 0 0,-1 1 0 0 0,3 0 0 0 0,2-3-2157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1:08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19 287 0 0,'0'-18'9023'0'0,"-2"33"-8870"0"0,1-5-403 0 0,0 0 1 0 0,0 0-1 0 0,1 0 0 0 0,2 11 0 0 0,-1-9-461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1:08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33 1807 0 0,'0'0'239'0'0,"-10"-2"1772"0"0,9 3-1914 0 0,-3-1-2 0 0,1 1 0 0 0,0-1 0 0 0,0 1 0 0 0,0 0 0 0 0,0 0 0 0 0,0 0 0 0 0,0 1-1 0 0,0-1 1 0 0,0 1 0 0 0,0 0 0 0 0,0 0 0 0 0,1 0 0 0 0,-1 0 0 0 0,1 0 0 0 0,0 0 0 0 0,-3 4-1 0 0,0-2-94 0 0,4-3-1 0 0,0 0 1 0 0,0 0-1 0 0,0 0 1 0 0,0 0-1 0 0,0 0 1 0 0,1 0-1 0 0,-1 0 1 0 0,0 0-1 0 0,1 0 1 0 0,-1 1-1 0 0,1-1 0 0 0,-1 0 1 0 0,1 0-1 0 0,-1 0 1 0 0,1 1-1 0 0,0-1 1 0 0,0 0-1 0 0,-1 1 1 0 0,1-1-1 0 0,0 0 1 0 0,1 2-1 0 0,-2 0-51 0 0,1-1-1 0 0,0 0 1 0 0,0 0-1 0 0,1 1 1 0 0,-1-1 0 0 0,0 0-1 0 0,1 0 1 0 0,-1 1-1 0 0,1-1 1 0 0,0 0-1 0 0,0 0 1 0 0,0 0-1 0 0,0 0 1 0 0,0 0-1 0 0,0 0 1 0 0,0 0-1 0 0,1-1 1 0 0,-1 1-1 0 0,2 1 1 0 0,3 2-377 0 0,0 0 1 0 0,0 0-1 0 0,1-1 0 0 0,-1 0 1 0 0,10 3-1 0 0,-15-6 550 0 0,11-13 641 0 0,-2-2-167 0 0,-3 5 21 0 0,0-1-1 0 0,1 1 0 0 0,0 0 0 0 0,1 1 0 0 0,15-13 0 0 0,-11 12-58 0 0,1 0-1 0 0,0 1 0 0 0,0 1 1 0 0,0 0-1 0 0,1 0 0 0 0,0 2 1 0 0,0 0-1 0 0,1 1 0 0 0,-1 0 1 0 0,1 1-1 0 0,28-1 0 0 0,-42 3-491 0 0,0 1 1 0 0,0 0-1 0 0,0 1 0 0 0,0-1 0 0 0,0 0 0 0 0,1 1 0 0 0,-1-1 0 0 0,0 1 0 0 0,0-1 1 0 0,0 1-1 0 0,0 0 0 0 0,0 0 0 0 0,0 0 0 0 0,-1 0 0 0 0,1 0 0 0 0,0 1 0 0 0,3 2 1 0 0,-4-3-42 0 0,0 1 0 0 0,0 0 0 0 0,0 0 0 0 0,0-1 0 0 0,0 1 0 0 0,0 0 0 0 0,0 0 0 0 0,-1 0 0 0 0,1 0 1 0 0,-1 0-1 0 0,0 0 0 0 0,1 1 0 0 0,-1-1 0 0 0,0 0 0 0 0,0 2 0 0 0,-1 5-18 0 0,0 0 0 0 0,-1-1-1 0 0,0 1 1 0 0,-1-1 0 0 0,1 1 0 0 0,-2-1-1 0 0,-4 10 1 0 0,-7 9-138 0 0,-1 0-1 0 0,-1-1 0 0 0,-23 26 1 0 0,-68 65-834 0 0,49-60 491 0 0,18-21-3091 0 0,9-13-753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1:10.5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5039 0 0,'0'0'14880'0'0,"0"1"-14909"0"0,0 39-34 0 0,3 0 0 0 0,1 0 0 0 0,2 0 0 0 0,15 56 0 0 0,2-35-85 0 0,-20-52 89 0 0,-2-7 61 0 0,0 8-89 0 0,-1-4 22 0 0,0-5-27 0 0,0 5-5120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1:10.8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0 3103 0 0,'0'0'16872'0'0,"0"2"-16760"0"0,1 6-59 0 0,-1 1 1 0 0,0-1-1 0 0,-1 1 0 0 0,-3 15 1 0 0,0 8-49 0 0,2-13-336 0 0,-1 0 0 0 0,0 0-1 0 0,-2 0 1 0 0,0 0 0 0 0,-8 19-1 0 0,6-23-888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5T10:41:12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18 109 775 0 0,'0'0'12230'0'0,"-9"-3"-9734"0"0,8 2-2488 0 0,-2-1-5 0 0,-1-10 44 0 0,4 10-61 0 0,0-1 0 0 0,-1 1 0 0 0,1 0 0 0 0,0 0 0 0 0,1 0 0 0 0,-1 0 0 0 0,0-1 0 0 0,1 1 0 0 0,-1 0 0 0 0,1 0 0 0 0,0 0 0 0 0,-1 0 0 0 0,1 0 0 0 0,0 0 0 0 0,0 0 0 0 0,0 0 0 0 0,1 1 0 0 0,-1-1 0 0 0,0 0 0 0 0,1 1 0 0 0,1-2 0 0 0,1-2-77 0 0,0 1 0 0 0,1 1-1 0 0,-1-1 1 0 0,1 1 0 0 0,0-1 0 0 0,8-3 0 0 0,-7 4 72 0 0,0 1 1 0 0,0-1 0 0 0,1 1-1 0 0,-1 1 1 0 0,1-1 0 0 0,-1 1-1 0 0,1 0 1 0 0,-1 1 0 0 0,1-1 0 0 0,11 2-1 0 0,-16-1-9 0 0,-1 1 0 0 0,1-1 0 0 0,0 1 0 0 0,-1 0 0 0 0,1 0 0 0 0,-1 0 0 0 0,1-1 0 0 0,-1 1 0 0 0,1 0 0 0 0,-1 1 0 0 0,0-1 0 0 0,1 0 0 0 0,-1 0 0 0 0,0 1 0 0 0,0-1 0 0 0,0 0 0 0 0,1 3 0 0 0,12 27-1386 0 0,-13-29 1310 0 0,2 9-331 0 0,-1 1 1 0 0,1 0-1 0 0,-2 0 1 0 0,0 0-1 0 0,-1 22 1 0 0,1 5-70 0 0,0-24-290 0 0,-1 1-1 0 0,-1-1 1 0 0,-4 25-1 0 0,4-32 643 0 0,-1 0 1 0 0,0 0-1 0 0,-1-1 0 0 0,0 1 0 0 0,0 0 0 0 0,0-1 0 0 0,-1 0 0 0 0,-6 9 0 0 0,-5 11 558 0 0,14-26 470 0 0,0 0-98 0 0,0 1-1 0 0,0-1 1 0 0,0 1-1 0 0,0 0 1 0 0,0-1-1 0 0,0 0 1 0 0,0 1-1 0 0,-1-1 1 0 0,-1 2-1 0 0,-3 3-1388 0 0,5-6 959 0 0,2 1-262 0 0,-1 0 0 0 0,1 0 0 0 0,0 0 0 0 0,-1 0 0 0 0,1 0 0 0 0,0 0 0 0 0,-1 0 0 0 0,1-1 0 0 0,0 1 0 0 0,0 0 0 0 0,0-1 0 0 0,0 1 0 0 0,0-1 1 0 0,0 1-1 0 0,0-1 0 0 0,0 1 0 0 0,0-1 0 0 0,0 1 0 0 0,0-1 0 0 0,0 0 0 0 0,0 0 0 0 0,0 1 0 0 0,0-1 0 0 0,0 0 0 0 0,0 0 0 0 0,0 0 0 0 0,0 0 0 0 0,1-1 0 0 0,40-3-174 0 0,-30 2 289 0 0,88-12 125 0 0,95-9 806 0 0,-161 22-1047 0 0,2-1 72 0 0,60 5-1 0 0,-91-2-156 0 0,-2 0 1576 0 0,-8 1-2046 0 0,0-1 0 0 0,0 1 1 0 0,0-1-1 0 0,0 0 0 0 0,-7 0 0 0 0,5 0-2669 0 0,-6-1-2719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59EA3-DBAD-A941-D135-86570EF52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49E3E9-753D-B183-B5B9-7257272F0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AC1CA-6432-C5B5-75B5-23142F2A4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1264-D66E-45EF-953F-8A8F43BEFC6C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5C37C-0D4D-FF08-DEEB-3D8EC6EC3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B6CE9-DB8A-C3CC-40B0-5AF1D13A4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545E5-FCAC-45A7-AFF5-79C7E083B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317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B5A7A-5908-3115-C802-8998C9924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84600-54D2-C553-F638-E50042604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B81F0-E891-052F-4E45-8B4179B8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1264-D66E-45EF-953F-8A8F43BEFC6C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E8FF0-7500-9204-800B-122EA2ECE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033F5-36EB-A8B3-B003-EC7E0B2EF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545E5-FCAC-45A7-AFF5-79C7E083B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965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05B51-4356-0D95-D8E1-DC0AA4789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7B8A9-963A-7225-DBD5-6A05AF486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4614F-27D5-5029-9DD1-16B7334BB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1264-D66E-45EF-953F-8A8F43BEFC6C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912F9-A12E-890E-EF75-B2E19DDED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3AE63-750A-8AD8-E1C9-E811D7479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545E5-FCAC-45A7-AFF5-79C7E083B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788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7BCD4-01E5-7E13-CDF5-BFE508521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2F44C-AFF3-6E4A-08AC-9FE86ABA3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D596B5-E955-A3E5-41AD-0E7F33BF0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02817-8B91-11F7-2DBE-77900EE6C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1264-D66E-45EF-953F-8A8F43BEFC6C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A3AC1-70B8-CF62-7BBD-CE0598C6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8CEA7-60C1-741A-B66A-FE63F15DE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545E5-FCAC-45A7-AFF5-79C7E083B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943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228C9-A2EB-37BE-AA75-C2DC0A7E0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E9EF0-628C-5DC6-519D-319A4ABF0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C6FD20-F33B-433C-FCC6-EA4AFE571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DEE0CE-FE07-63F2-E1BA-BBA222514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BB1FA8-0982-C3DE-D1E4-B9CC7FF507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9B1E96-DE88-DDCA-DF94-F411C3793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1264-D66E-45EF-953F-8A8F43BEFC6C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0B6CBF-67C2-AD48-C02F-D46122BA5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EB2506-8CFC-2513-6B84-D04F780C4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545E5-FCAC-45A7-AFF5-79C7E083B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616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33576-6F4B-65E3-3DD0-2BA3F0010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710AA4-5379-5FBF-ADEE-5541A6D64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1264-D66E-45EF-953F-8A8F43BEFC6C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111A30-5035-660E-EBBD-58B2E64F9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FC97F2-7F13-1202-DCFA-DC7C67256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545E5-FCAC-45A7-AFF5-79C7E083B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966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3F0653-A6AA-2FE7-0982-51A707426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1264-D66E-45EF-953F-8A8F43BEFC6C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45C8E7-C98E-38DB-3562-2D444D72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C2CEE-F7FE-28B7-DF0B-046C8F72F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545E5-FCAC-45A7-AFF5-79C7E083B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383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E3DD-86ED-3FB2-206E-D165571E3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5B530-1E30-DAEA-EAD8-38A1F1D60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F7D49-8198-A9B7-DEAA-FCBF06760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3C150-48BE-12A6-A14F-95FF2AF7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1264-D66E-45EF-953F-8A8F43BEFC6C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4050B-BEA1-401C-9E6C-FEA25D6F4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269328-2A90-20EB-D653-464F3F38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545E5-FCAC-45A7-AFF5-79C7E083B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91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54F0A-E5E3-B1A8-EEF8-3B8B8305A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3785FE-D60D-26A3-86F0-0442E612DE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CB5CDE-D6D0-4118-50F2-E37D59B83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C4A65-BD86-4A77-BD46-FC9B392E0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1264-D66E-45EF-953F-8A8F43BEFC6C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F6F39-834A-27E2-1D05-6665FD9EA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CC8E0-8545-1EF5-8DC5-84133BD20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545E5-FCAC-45A7-AFF5-79C7E083B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833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B43DE-6CB0-2EC8-431F-7D70851D9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912CF-949C-E7ED-B9D3-5A74B3297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D269-5F8F-8671-CFFA-74DDB2E80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1264-D66E-45EF-953F-8A8F43BEFC6C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F4F1D-4AF1-C681-3354-98919DF37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4AE25-3F6E-4EF4-3AFB-40DBBD12C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545E5-FCAC-45A7-AFF5-79C7E083B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374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5BAD5F-A111-AA25-5FFB-36FCEED4B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DF850A-5E58-E1DC-AF6C-690ADE341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F1451-A314-493C-27D6-0AB3C7170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1264-D66E-45EF-953F-8A8F43BEFC6C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517A9-13A7-4C2A-1CE0-828115E85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EBE8C-B07C-68A1-B565-B632BDBAB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545E5-FCAC-45A7-AFF5-79C7E083B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135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EF17B1-DF6A-BA50-A403-9DE7B3E6A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DD177-188A-3F83-CB1B-BBA720C71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658FB-C506-19FE-8BE8-4C5B27C9B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A91264-D66E-45EF-953F-8A8F43BEFC6C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69BF0-AA09-1456-9455-42CF4FC90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17789-F4B5-F69E-B7FB-E083FB13D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9545E5-FCAC-45A7-AFF5-79C7E083B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666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.xml"/><Relationship Id="rId21" Type="http://schemas.openxmlformats.org/officeDocument/2006/relationships/image" Target="../media/image10.png"/><Relationship Id="rId42" Type="http://schemas.openxmlformats.org/officeDocument/2006/relationships/customXml" Target="../ink/ink17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0.xml"/><Relationship Id="rId16" Type="http://schemas.openxmlformats.org/officeDocument/2006/relationships/customXml" Target="../ink/ink4.xml"/><Relationship Id="rId11" Type="http://schemas.openxmlformats.org/officeDocument/2006/relationships/image" Target="../media/image5.png"/><Relationship Id="rId32" Type="http://schemas.openxmlformats.org/officeDocument/2006/relationships/customXml" Target="../ink/ink12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5.xml"/><Relationship Id="rId74" Type="http://schemas.openxmlformats.org/officeDocument/2006/relationships/customXml" Target="../ink/ink33.xml"/><Relationship Id="rId79" Type="http://schemas.openxmlformats.org/officeDocument/2006/relationships/image" Target="../media/image39.png"/><Relationship Id="rId5" Type="http://schemas.openxmlformats.org/officeDocument/2006/relationships/image" Target="../media/image2.wmf"/><Relationship Id="rId61" Type="http://schemas.openxmlformats.org/officeDocument/2006/relationships/image" Target="../media/image30.png"/><Relationship Id="rId82" Type="http://schemas.openxmlformats.org/officeDocument/2006/relationships/customXml" Target="../ink/ink37.xml"/><Relationship Id="rId19" Type="http://schemas.openxmlformats.org/officeDocument/2006/relationships/image" Target="../media/image9.png"/><Relationship Id="rId14" Type="http://schemas.openxmlformats.org/officeDocument/2006/relationships/customXml" Target="../ink/ink3.xml"/><Relationship Id="rId22" Type="http://schemas.openxmlformats.org/officeDocument/2006/relationships/customXml" Target="../ink/ink7.xml"/><Relationship Id="rId27" Type="http://schemas.openxmlformats.org/officeDocument/2006/relationships/image" Target="../media/image13.png"/><Relationship Id="rId30" Type="http://schemas.openxmlformats.org/officeDocument/2006/relationships/customXml" Target="../ink/ink11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0.xml"/><Relationship Id="rId56" Type="http://schemas.openxmlformats.org/officeDocument/2006/relationships/customXml" Target="../ink/ink24.xml"/><Relationship Id="rId64" Type="http://schemas.openxmlformats.org/officeDocument/2006/relationships/customXml" Target="../ink/ink28.xml"/><Relationship Id="rId69" Type="http://schemas.openxmlformats.org/officeDocument/2006/relationships/image" Target="../media/image34.png"/><Relationship Id="rId77" Type="http://schemas.openxmlformats.org/officeDocument/2006/relationships/image" Target="../media/image38.png"/><Relationship Id="rId8" Type="http://schemas.openxmlformats.org/officeDocument/2006/relationships/oleObject" Target="../embeddings/oleObject4.bin"/><Relationship Id="rId51" Type="http://schemas.openxmlformats.org/officeDocument/2006/relationships/image" Target="../media/image25.png"/><Relationship Id="rId72" Type="http://schemas.openxmlformats.org/officeDocument/2006/relationships/customXml" Target="../ink/ink32.xml"/><Relationship Id="rId80" Type="http://schemas.openxmlformats.org/officeDocument/2006/relationships/customXml" Target="../ink/ink36.xml"/><Relationship Id="rId3" Type="http://schemas.openxmlformats.org/officeDocument/2006/relationships/image" Target="../media/image1.wmf"/><Relationship Id="rId12" Type="http://schemas.openxmlformats.org/officeDocument/2006/relationships/customXml" Target="../ink/ink2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5.xml"/><Relationship Id="rId46" Type="http://schemas.openxmlformats.org/officeDocument/2006/relationships/customXml" Target="../ink/ink19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6.xml"/><Relationship Id="rId41" Type="http://schemas.openxmlformats.org/officeDocument/2006/relationships/image" Target="../media/image20.png"/><Relationship Id="rId54" Type="http://schemas.openxmlformats.org/officeDocument/2006/relationships/customXml" Target="../ink/ink23.xml"/><Relationship Id="rId62" Type="http://schemas.openxmlformats.org/officeDocument/2006/relationships/customXml" Target="../ink/ink27.xml"/><Relationship Id="rId70" Type="http://schemas.openxmlformats.org/officeDocument/2006/relationships/customXml" Target="../ink/ink31.xml"/><Relationship Id="rId75" Type="http://schemas.openxmlformats.org/officeDocument/2006/relationships/image" Target="../media/image37.png"/><Relationship Id="rId83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0.xml"/><Relationship Id="rId36" Type="http://schemas.openxmlformats.org/officeDocument/2006/relationships/customXml" Target="../ink/ink14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1.xml"/><Relationship Id="rId31" Type="http://schemas.openxmlformats.org/officeDocument/2006/relationships/image" Target="../media/image15.png"/><Relationship Id="rId44" Type="http://schemas.openxmlformats.org/officeDocument/2006/relationships/customXml" Target="../ink/ink18.xml"/><Relationship Id="rId52" Type="http://schemas.openxmlformats.org/officeDocument/2006/relationships/customXml" Target="../ink/ink22.xml"/><Relationship Id="rId60" Type="http://schemas.openxmlformats.org/officeDocument/2006/relationships/customXml" Target="../ink/ink26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5.xml"/><Relationship Id="rId81" Type="http://schemas.openxmlformats.org/officeDocument/2006/relationships/image" Target="../media/image40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3" Type="http://schemas.openxmlformats.org/officeDocument/2006/relationships/image" Target="../media/image6.png"/><Relationship Id="rId18" Type="http://schemas.openxmlformats.org/officeDocument/2006/relationships/customXml" Target="../ink/ink5.xml"/><Relationship Id="rId39" Type="http://schemas.openxmlformats.org/officeDocument/2006/relationships/image" Target="../media/image19.png"/><Relationship Id="rId34" Type="http://schemas.openxmlformats.org/officeDocument/2006/relationships/customXml" Target="../ink/ink13.xml"/><Relationship Id="rId50" Type="http://schemas.openxmlformats.org/officeDocument/2006/relationships/customXml" Target="../ink/ink21.xml"/><Relationship Id="rId55" Type="http://schemas.openxmlformats.org/officeDocument/2006/relationships/image" Target="../media/image27.png"/><Relationship Id="rId76" Type="http://schemas.openxmlformats.org/officeDocument/2006/relationships/customXml" Target="../ink/ink34.xml"/><Relationship Id="rId7" Type="http://schemas.openxmlformats.org/officeDocument/2006/relationships/image" Target="../media/image3.wmf"/><Relationship Id="rId71" Type="http://schemas.openxmlformats.org/officeDocument/2006/relationships/image" Target="../media/image35.png"/><Relationship Id="rId2" Type="http://schemas.openxmlformats.org/officeDocument/2006/relationships/oleObject" Target="../embeddings/oleObject1.bin"/><Relationship Id="rId29" Type="http://schemas.openxmlformats.org/officeDocument/2006/relationships/image" Target="../media/image14.png"/><Relationship Id="rId24" Type="http://schemas.openxmlformats.org/officeDocument/2006/relationships/customXml" Target="../ink/ink8.xml"/><Relationship Id="rId40" Type="http://schemas.openxmlformats.org/officeDocument/2006/relationships/customXml" Target="../ink/ink16.xml"/><Relationship Id="rId45" Type="http://schemas.openxmlformats.org/officeDocument/2006/relationships/image" Target="../media/image22.png"/><Relationship Id="rId66" Type="http://schemas.openxmlformats.org/officeDocument/2006/relationships/customXml" Target="../ink/ink2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43.wmf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2.png"/><Relationship Id="rId21" Type="http://schemas.openxmlformats.org/officeDocument/2006/relationships/image" Target="../media/image55.png"/><Relationship Id="rId42" Type="http://schemas.openxmlformats.org/officeDocument/2006/relationships/customXml" Target="../ink/ink56.xml"/><Relationship Id="rId63" Type="http://schemas.openxmlformats.org/officeDocument/2006/relationships/image" Target="../media/image76.png"/><Relationship Id="rId84" Type="http://schemas.openxmlformats.org/officeDocument/2006/relationships/customXml" Target="../ink/ink77.xml"/><Relationship Id="rId138" Type="http://schemas.openxmlformats.org/officeDocument/2006/relationships/customXml" Target="../ink/ink105.xml"/><Relationship Id="rId159" Type="http://schemas.openxmlformats.org/officeDocument/2006/relationships/image" Target="../media/image123.png"/><Relationship Id="rId170" Type="http://schemas.openxmlformats.org/officeDocument/2006/relationships/customXml" Target="../ink/ink121.xml"/><Relationship Id="rId191" Type="http://schemas.openxmlformats.org/officeDocument/2006/relationships/image" Target="../media/image139.png"/><Relationship Id="rId205" Type="http://schemas.openxmlformats.org/officeDocument/2006/relationships/image" Target="../media/image146.png"/><Relationship Id="rId226" Type="http://schemas.openxmlformats.org/officeDocument/2006/relationships/customXml" Target="../ink/ink149.xml"/><Relationship Id="rId247" Type="http://schemas.openxmlformats.org/officeDocument/2006/relationships/image" Target="../media/image167.png"/><Relationship Id="rId107" Type="http://schemas.openxmlformats.org/officeDocument/2006/relationships/customXml" Target="../ink/ink89.xml"/><Relationship Id="rId11" Type="http://schemas.openxmlformats.org/officeDocument/2006/relationships/image" Target="../media/image50.png"/><Relationship Id="rId32" Type="http://schemas.openxmlformats.org/officeDocument/2006/relationships/customXml" Target="../ink/ink51.xml"/><Relationship Id="rId53" Type="http://schemas.openxmlformats.org/officeDocument/2006/relationships/image" Target="../media/image71.png"/><Relationship Id="rId74" Type="http://schemas.openxmlformats.org/officeDocument/2006/relationships/customXml" Target="../ink/ink72.xml"/><Relationship Id="rId128" Type="http://schemas.openxmlformats.org/officeDocument/2006/relationships/customXml" Target="../ink/ink100.xml"/><Relationship Id="rId149" Type="http://schemas.openxmlformats.org/officeDocument/2006/relationships/image" Target="../media/image118.png"/><Relationship Id="rId5" Type="http://schemas.openxmlformats.org/officeDocument/2006/relationships/image" Target="../media/image47.wmf"/><Relationship Id="rId95" Type="http://schemas.openxmlformats.org/officeDocument/2006/relationships/image" Target="../media/image92.png"/><Relationship Id="rId160" Type="http://schemas.openxmlformats.org/officeDocument/2006/relationships/customXml" Target="../ink/ink116.xml"/><Relationship Id="rId181" Type="http://schemas.openxmlformats.org/officeDocument/2006/relationships/image" Target="../media/image134.png"/><Relationship Id="rId216" Type="http://schemas.openxmlformats.org/officeDocument/2006/relationships/customXml" Target="../ink/ink144.xml"/><Relationship Id="rId237" Type="http://schemas.openxmlformats.org/officeDocument/2006/relationships/image" Target="../media/image162.png"/><Relationship Id="rId22" Type="http://schemas.openxmlformats.org/officeDocument/2006/relationships/customXml" Target="../ink/ink46.xml"/><Relationship Id="rId43" Type="http://schemas.openxmlformats.org/officeDocument/2006/relationships/image" Target="../media/image66.png"/><Relationship Id="rId64" Type="http://schemas.openxmlformats.org/officeDocument/2006/relationships/customXml" Target="../ink/ink67.xml"/><Relationship Id="rId118" Type="http://schemas.openxmlformats.org/officeDocument/2006/relationships/customXml" Target="../ink/ink95.xml"/><Relationship Id="rId139" Type="http://schemas.openxmlformats.org/officeDocument/2006/relationships/image" Target="../media/image113.png"/><Relationship Id="rId85" Type="http://schemas.openxmlformats.org/officeDocument/2006/relationships/image" Target="../media/image87.png"/><Relationship Id="rId150" Type="http://schemas.openxmlformats.org/officeDocument/2006/relationships/customXml" Target="../ink/ink111.xml"/><Relationship Id="rId171" Type="http://schemas.openxmlformats.org/officeDocument/2006/relationships/image" Target="../media/image129.png"/><Relationship Id="rId192" Type="http://schemas.openxmlformats.org/officeDocument/2006/relationships/customXml" Target="../ink/ink132.xml"/><Relationship Id="rId206" Type="http://schemas.openxmlformats.org/officeDocument/2006/relationships/customXml" Target="../ink/ink139.xml"/><Relationship Id="rId227" Type="http://schemas.openxmlformats.org/officeDocument/2006/relationships/image" Target="../media/image157.png"/><Relationship Id="rId12" Type="http://schemas.openxmlformats.org/officeDocument/2006/relationships/customXml" Target="../ink/ink41.xml"/><Relationship Id="rId33" Type="http://schemas.openxmlformats.org/officeDocument/2006/relationships/image" Target="../media/image61.png"/><Relationship Id="rId108" Type="http://schemas.openxmlformats.org/officeDocument/2006/relationships/image" Target="../media/image98.png"/><Relationship Id="rId129" Type="http://schemas.openxmlformats.org/officeDocument/2006/relationships/image" Target="../media/image108.png"/><Relationship Id="rId54" Type="http://schemas.openxmlformats.org/officeDocument/2006/relationships/customXml" Target="../ink/ink62.xml"/><Relationship Id="rId75" Type="http://schemas.openxmlformats.org/officeDocument/2006/relationships/image" Target="../media/image82.png"/><Relationship Id="rId96" Type="http://schemas.openxmlformats.org/officeDocument/2006/relationships/customXml" Target="../ink/ink83.xml"/><Relationship Id="rId140" Type="http://schemas.openxmlformats.org/officeDocument/2006/relationships/customXml" Target="../ink/ink106.xml"/><Relationship Id="rId161" Type="http://schemas.openxmlformats.org/officeDocument/2006/relationships/image" Target="../media/image124.png"/><Relationship Id="rId182" Type="http://schemas.openxmlformats.org/officeDocument/2006/relationships/customXml" Target="../ink/ink127.xml"/><Relationship Id="rId217" Type="http://schemas.openxmlformats.org/officeDocument/2006/relationships/image" Target="../media/image152.png"/><Relationship Id="rId6" Type="http://schemas.openxmlformats.org/officeDocument/2006/relationships/customXml" Target="../ink/ink38.xml"/><Relationship Id="rId238" Type="http://schemas.openxmlformats.org/officeDocument/2006/relationships/customXml" Target="../ink/ink155.xml"/><Relationship Id="rId23" Type="http://schemas.openxmlformats.org/officeDocument/2006/relationships/image" Target="../media/image56.png"/><Relationship Id="rId119" Type="http://schemas.openxmlformats.org/officeDocument/2006/relationships/image" Target="../media/image103.png"/><Relationship Id="rId44" Type="http://schemas.openxmlformats.org/officeDocument/2006/relationships/customXml" Target="../ink/ink57.xml"/><Relationship Id="rId65" Type="http://schemas.openxmlformats.org/officeDocument/2006/relationships/image" Target="../media/image77.png"/><Relationship Id="rId86" Type="http://schemas.openxmlformats.org/officeDocument/2006/relationships/customXml" Target="../ink/ink78.xml"/><Relationship Id="rId130" Type="http://schemas.openxmlformats.org/officeDocument/2006/relationships/customXml" Target="../ink/ink101.xml"/><Relationship Id="rId151" Type="http://schemas.openxmlformats.org/officeDocument/2006/relationships/image" Target="../media/image119.png"/><Relationship Id="rId172" Type="http://schemas.openxmlformats.org/officeDocument/2006/relationships/customXml" Target="../ink/ink122.xml"/><Relationship Id="rId193" Type="http://schemas.openxmlformats.org/officeDocument/2006/relationships/image" Target="../media/image140.png"/><Relationship Id="rId207" Type="http://schemas.openxmlformats.org/officeDocument/2006/relationships/image" Target="../media/image147.png"/><Relationship Id="rId228" Type="http://schemas.openxmlformats.org/officeDocument/2006/relationships/customXml" Target="../ink/ink150.xml"/><Relationship Id="rId13" Type="http://schemas.openxmlformats.org/officeDocument/2006/relationships/image" Target="../media/image51.png"/><Relationship Id="rId109" Type="http://schemas.openxmlformats.org/officeDocument/2006/relationships/customXml" Target="../ink/ink90.xml"/><Relationship Id="rId34" Type="http://schemas.openxmlformats.org/officeDocument/2006/relationships/customXml" Target="../ink/ink52.xml"/><Relationship Id="rId55" Type="http://schemas.openxmlformats.org/officeDocument/2006/relationships/image" Target="../media/image72.png"/><Relationship Id="rId76" Type="http://schemas.openxmlformats.org/officeDocument/2006/relationships/customXml" Target="../ink/ink73.xml"/><Relationship Id="rId97" Type="http://schemas.openxmlformats.org/officeDocument/2006/relationships/customXml" Target="../ink/ink84.xml"/><Relationship Id="rId120" Type="http://schemas.openxmlformats.org/officeDocument/2006/relationships/customXml" Target="../ink/ink96.xml"/><Relationship Id="rId141" Type="http://schemas.openxmlformats.org/officeDocument/2006/relationships/image" Target="../media/image114.png"/><Relationship Id="rId7" Type="http://schemas.openxmlformats.org/officeDocument/2006/relationships/image" Target="../media/image48.png"/><Relationship Id="rId162" Type="http://schemas.openxmlformats.org/officeDocument/2006/relationships/customXml" Target="../ink/ink117.xml"/><Relationship Id="rId183" Type="http://schemas.openxmlformats.org/officeDocument/2006/relationships/image" Target="../media/image135.png"/><Relationship Id="rId218" Type="http://schemas.openxmlformats.org/officeDocument/2006/relationships/customXml" Target="../ink/ink145.xml"/><Relationship Id="rId239" Type="http://schemas.openxmlformats.org/officeDocument/2006/relationships/image" Target="../media/image163.png"/><Relationship Id="rId24" Type="http://schemas.openxmlformats.org/officeDocument/2006/relationships/customXml" Target="../ink/ink47.xml"/><Relationship Id="rId45" Type="http://schemas.openxmlformats.org/officeDocument/2006/relationships/image" Target="../media/image67.png"/><Relationship Id="rId66" Type="http://schemas.openxmlformats.org/officeDocument/2006/relationships/customXml" Target="../ink/ink68.xml"/><Relationship Id="rId87" Type="http://schemas.openxmlformats.org/officeDocument/2006/relationships/image" Target="../media/image88.png"/><Relationship Id="rId110" Type="http://schemas.openxmlformats.org/officeDocument/2006/relationships/image" Target="../media/image99.png"/><Relationship Id="rId131" Type="http://schemas.openxmlformats.org/officeDocument/2006/relationships/image" Target="../media/image109.png"/><Relationship Id="rId152" Type="http://schemas.openxmlformats.org/officeDocument/2006/relationships/customXml" Target="../ink/ink112.xml"/><Relationship Id="rId173" Type="http://schemas.openxmlformats.org/officeDocument/2006/relationships/image" Target="../media/image130.png"/><Relationship Id="rId194" Type="http://schemas.openxmlformats.org/officeDocument/2006/relationships/customXml" Target="../ink/ink133.xml"/><Relationship Id="rId208" Type="http://schemas.openxmlformats.org/officeDocument/2006/relationships/customXml" Target="../ink/ink140.xml"/><Relationship Id="rId229" Type="http://schemas.openxmlformats.org/officeDocument/2006/relationships/image" Target="../media/image158.png"/><Relationship Id="rId240" Type="http://schemas.openxmlformats.org/officeDocument/2006/relationships/customXml" Target="../ink/ink156.xml"/><Relationship Id="rId14" Type="http://schemas.openxmlformats.org/officeDocument/2006/relationships/customXml" Target="../ink/ink42.xml"/><Relationship Id="rId35" Type="http://schemas.openxmlformats.org/officeDocument/2006/relationships/image" Target="../media/image62.png"/><Relationship Id="rId56" Type="http://schemas.openxmlformats.org/officeDocument/2006/relationships/customXml" Target="../ink/ink63.xml"/><Relationship Id="rId77" Type="http://schemas.openxmlformats.org/officeDocument/2006/relationships/image" Target="../media/image83.png"/><Relationship Id="rId100" Type="http://schemas.openxmlformats.org/officeDocument/2006/relationships/image" Target="../media/image94.png"/><Relationship Id="rId8" Type="http://schemas.openxmlformats.org/officeDocument/2006/relationships/customXml" Target="../ink/ink39.xml"/><Relationship Id="rId98" Type="http://schemas.openxmlformats.org/officeDocument/2006/relationships/image" Target="../media/image93.png"/><Relationship Id="rId121" Type="http://schemas.openxmlformats.org/officeDocument/2006/relationships/image" Target="../media/image104.png"/><Relationship Id="rId142" Type="http://schemas.openxmlformats.org/officeDocument/2006/relationships/customXml" Target="../ink/ink107.xml"/><Relationship Id="rId163" Type="http://schemas.openxmlformats.org/officeDocument/2006/relationships/image" Target="../media/image125.png"/><Relationship Id="rId184" Type="http://schemas.openxmlformats.org/officeDocument/2006/relationships/customXml" Target="../ink/ink128.xml"/><Relationship Id="rId219" Type="http://schemas.openxmlformats.org/officeDocument/2006/relationships/image" Target="../media/image153.png"/><Relationship Id="rId230" Type="http://schemas.openxmlformats.org/officeDocument/2006/relationships/customXml" Target="../ink/ink151.xml"/><Relationship Id="rId25" Type="http://schemas.openxmlformats.org/officeDocument/2006/relationships/image" Target="../media/image57.png"/><Relationship Id="rId46" Type="http://schemas.openxmlformats.org/officeDocument/2006/relationships/customXml" Target="../ink/ink58.xml"/><Relationship Id="rId67" Type="http://schemas.openxmlformats.org/officeDocument/2006/relationships/image" Target="../media/image78.png"/><Relationship Id="rId88" Type="http://schemas.openxmlformats.org/officeDocument/2006/relationships/customXml" Target="../ink/ink79.xml"/><Relationship Id="rId111" Type="http://schemas.openxmlformats.org/officeDocument/2006/relationships/customXml" Target="../ink/ink91.xml"/><Relationship Id="rId132" Type="http://schemas.openxmlformats.org/officeDocument/2006/relationships/customXml" Target="../ink/ink102.xml"/><Relationship Id="rId153" Type="http://schemas.openxmlformats.org/officeDocument/2006/relationships/image" Target="../media/image120.png"/><Relationship Id="rId174" Type="http://schemas.openxmlformats.org/officeDocument/2006/relationships/customXml" Target="../ink/ink123.xml"/><Relationship Id="rId195" Type="http://schemas.openxmlformats.org/officeDocument/2006/relationships/image" Target="../media/image141.png"/><Relationship Id="rId209" Type="http://schemas.openxmlformats.org/officeDocument/2006/relationships/image" Target="../media/image148.png"/><Relationship Id="rId220" Type="http://schemas.openxmlformats.org/officeDocument/2006/relationships/customXml" Target="../ink/ink146.xml"/><Relationship Id="rId241" Type="http://schemas.openxmlformats.org/officeDocument/2006/relationships/image" Target="../media/image164.png"/><Relationship Id="rId15" Type="http://schemas.openxmlformats.org/officeDocument/2006/relationships/image" Target="../media/image52.png"/><Relationship Id="rId36" Type="http://schemas.openxmlformats.org/officeDocument/2006/relationships/customXml" Target="../ink/ink53.xml"/><Relationship Id="rId57" Type="http://schemas.openxmlformats.org/officeDocument/2006/relationships/image" Target="../media/image73.png"/><Relationship Id="rId10" Type="http://schemas.openxmlformats.org/officeDocument/2006/relationships/customXml" Target="../ink/ink40.xml"/><Relationship Id="rId31" Type="http://schemas.openxmlformats.org/officeDocument/2006/relationships/image" Target="../media/image60.png"/><Relationship Id="rId52" Type="http://schemas.openxmlformats.org/officeDocument/2006/relationships/customXml" Target="../ink/ink61.xml"/><Relationship Id="rId73" Type="http://schemas.openxmlformats.org/officeDocument/2006/relationships/image" Target="../media/image81.png"/><Relationship Id="rId78" Type="http://schemas.openxmlformats.org/officeDocument/2006/relationships/customXml" Target="../ink/ink74.xml"/><Relationship Id="rId94" Type="http://schemas.openxmlformats.org/officeDocument/2006/relationships/customXml" Target="../ink/ink82.xml"/><Relationship Id="rId99" Type="http://schemas.openxmlformats.org/officeDocument/2006/relationships/customXml" Target="../ink/ink85.xml"/><Relationship Id="rId101" Type="http://schemas.openxmlformats.org/officeDocument/2006/relationships/customXml" Target="../ink/ink86.xml"/><Relationship Id="rId122" Type="http://schemas.openxmlformats.org/officeDocument/2006/relationships/customXml" Target="../ink/ink97.xml"/><Relationship Id="rId143" Type="http://schemas.openxmlformats.org/officeDocument/2006/relationships/image" Target="../media/image115.png"/><Relationship Id="rId148" Type="http://schemas.openxmlformats.org/officeDocument/2006/relationships/customXml" Target="../ink/ink110.xml"/><Relationship Id="rId164" Type="http://schemas.openxmlformats.org/officeDocument/2006/relationships/customXml" Target="../ink/ink118.xml"/><Relationship Id="rId169" Type="http://schemas.openxmlformats.org/officeDocument/2006/relationships/image" Target="../media/image128.png"/><Relationship Id="rId185" Type="http://schemas.openxmlformats.org/officeDocument/2006/relationships/image" Target="../media/image136.png"/><Relationship Id="rId4" Type="http://schemas.openxmlformats.org/officeDocument/2006/relationships/oleObject" Target="../embeddings/oleObject9.bin"/><Relationship Id="rId9" Type="http://schemas.openxmlformats.org/officeDocument/2006/relationships/image" Target="../media/image49.png"/><Relationship Id="rId180" Type="http://schemas.openxmlformats.org/officeDocument/2006/relationships/customXml" Target="../ink/ink126.xml"/><Relationship Id="rId210" Type="http://schemas.openxmlformats.org/officeDocument/2006/relationships/customXml" Target="../ink/ink141.xml"/><Relationship Id="rId215" Type="http://schemas.openxmlformats.org/officeDocument/2006/relationships/image" Target="../media/image151.png"/><Relationship Id="rId236" Type="http://schemas.openxmlformats.org/officeDocument/2006/relationships/customXml" Target="../ink/ink154.xml"/><Relationship Id="rId26" Type="http://schemas.openxmlformats.org/officeDocument/2006/relationships/customXml" Target="../ink/ink48.xml"/><Relationship Id="rId231" Type="http://schemas.openxmlformats.org/officeDocument/2006/relationships/image" Target="../media/image159.png"/><Relationship Id="rId47" Type="http://schemas.openxmlformats.org/officeDocument/2006/relationships/image" Target="../media/image68.png"/><Relationship Id="rId68" Type="http://schemas.openxmlformats.org/officeDocument/2006/relationships/customXml" Target="../ink/ink69.xml"/><Relationship Id="rId89" Type="http://schemas.openxmlformats.org/officeDocument/2006/relationships/image" Target="../media/image89.png"/><Relationship Id="rId112" Type="http://schemas.openxmlformats.org/officeDocument/2006/relationships/customXml" Target="../ink/ink92.xml"/><Relationship Id="rId133" Type="http://schemas.openxmlformats.org/officeDocument/2006/relationships/image" Target="../media/image110.png"/><Relationship Id="rId154" Type="http://schemas.openxmlformats.org/officeDocument/2006/relationships/customXml" Target="../ink/ink113.xml"/><Relationship Id="rId175" Type="http://schemas.openxmlformats.org/officeDocument/2006/relationships/image" Target="../media/image131.png"/><Relationship Id="rId196" Type="http://schemas.openxmlformats.org/officeDocument/2006/relationships/customXml" Target="../ink/ink134.xml"/><Relationship Id="rId200" Type="http://schemas.openxmlformats.org/officeDocument/2006/relationships/customXml" Target="../ink/ink136.xml"/><Relationship Id="rId16" Type="http://schemas.openxmlformats.org/officeDocument/2006/relationships/customXml" Target="../ink/ink43.xml"/><Relationship Id="rId221" Type="http://schemas.openxmlformats.org/officeDocument/2006/relationships/image" Target="../media/image154.png"/><Relationship Id="rId242" Type="http://schemas.openxmlformats.org/officeDocument/2006/relationships/customXml" Target="../ink/ink157.xml"/><Relationship Id="rId37" Type="http://schemas.openxmlformats.org/officeDocument/2006/relationships/image" Target="../media/image63.png"/><Relationship Id="rId58" Type="http://schemas.openxmlformats.org/officeDocument/2006/relationships/customXml" Target="../ink/ink64.xml"/><Relationship Id="rId79" Type="http://schemas.openxmlformats.org/officeDocument/2006/relationships/image" Target="../media/image84.png"/><Relationship Id="rId102" Type="http://schemas.openxmlformats.org/officeDocument/2006/relationships/image" Target="../media/image95.png"/><Relationship Id="rId123" Type="http://schemas.openxmlformats.org/officeDocument/2006/relationships/image" Target="../media/image105.png"/><Relationship Id="rId144" Type="http://schemas.openxmlformats.org/officeDocument/2006/relationships/customXml" Target="../ink/ink108.xml"/><Relationship Id="rId90" Type="http://schemas.openxmlformats.org/officeDocument/2006/relationships/customXml" Target="../ink/ink80.xml"/><Relationship Id="rId165" Type="http://schemas.openxmlformats.org/officeDocument/2006/relationships/image" Target="../media/image126.png"/><Relationship Id="rId186" Type="http://schemas.openxmlformats.org/officeDocument/2006/relationships/customXml" Target="../ink/ink129.xml"/><Relationship Id="rId211" Type="http://schemas.openxmlformats.org/officeDocument/2006/relationships/image" Target="../media/image149.png"/><Relationship Id="rId232" Type="http://schemas.openxmlformats.org/officeDocument/2006/relationships/customXml" Target="../ink/ink152.xml"/><Relationship Id="rId27" Type="http://schemas.openxmlformats.org/officeDocument/2006/relationships/image" Target="../media/image58.png"/><Relationship Id="rId48" Type="http://schemas.openxmlformats.org/officeDocument/2006/relationships/customXml" Target="../ink/ink59.xml"/><Relationship Id="rId69" Type="http://schemas.openxmlformats.org/officeDocument/2006/relationships/image" Target="../media/image79.png"/><Relationship Id="rId113" Type="http://schemas.openxmlformats.org/officeDocument/2006/relationships/image" Target="../media/image100.png"/><Relationship Id="rId134" Type="http://schemas.openxmlformats.org/officeDocument/2006/relationships/customXml" Target="../ink/ink103.xml"/><Relationship Id="rId80" Type="http://schemas.openxmlformats.org/officeDocument/2006/relationships/customXml" Target="../ink/ink75.xml"/><Relationship Id="rId155" Type="http://schemas.openxmlformats.org/officeDocument/2006/relationships/image" Target="../media/image121.png"/><Relationship Id="rId176" Type="http://schemas.openxmlformats.org/officeDocument/2006/relationships/customXml" Target="../ink/ink124.xml"/><Relationship Id="rId197" Type="http://schemas.openxmlformats.org/officeDocument/2006/relationships/image" Target="../media/image142.png"/><Relationship Id="rId201" Type="http://schemas.openxmlformats.org/officeDocument/2006/relationships/image" Target="../media/image144.png"/><Relationship Id="rId222" Type="http://schemas.openxmlformats.org/officeDocument/2006/relationships/customXml" Target="../ink/ink147.xml"/><Relationship Id="rId243" Type="http://schemas.openxmlformats.org/officeDocument/2006/relationships/image" Target="../media/image165.png"/><Relationship Id="rId17" Type="http://schemas.openxmlformats.org/officeDocument/2006/relationships/image" Target="../media/image53.png"/><Relationship Id="rId38" Type="http://schemas.openxmlformats.org/officeDocument/2006/relationships/customXml" Target="../ink/ink54.xml"/><Relationship Id="rId59" Type="http://schemas.openxmlformats.org/officeDocument/2006/relationships/image" Target="../media/image74.png"/><Relationship Id="rId103" Type="http://schemas.openxmlformats.org/officeDocument/2006/relationships/customXml" Target="../ink/ink87.xml"/><Relationship Id="rId124" Type="http://schemas.openxmlformats.org/officeDocument/2006/relationships/customXml" Target="../ink/ink98.xml"/><Relationship Id="rId70" Type="http://schemas.openxmlformats.org/officeDocument/2006/relationships/customXml" Target="../ink/ink70.xml"/><Relationship Id="rId91" Type="http://schemas.openxmlformats.org/officeDocument/2006/relationships/image" Target="../media/image90.png"/><Relationship Id="rId145" Type="http://schemas.openxmlformats.org/officeDocument/2006/relationships/image" Target="../media/image116.png"/><Relationship Id="rId166" Type="http://schemas.openxmlformats.org/officeDocument/2006/relationships/customXml" Target="../ink/ink119.xml"/><Relationship Id="rId187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42.xml"/><Relationship Id="rId233" Type="http://schemas.openxmlformats.org/officeDocument/2006/relationships/image" Target="../media/image160.png"/><Relationship Id="rId28" Type="http://schemas.openxmlformats.org/officeDocument/2006/relationships/customXml" Target="../ink/ink49.xml"/><Relationship Id="rId49" Type="http://schemas.openxmlformats.org/officeDocument/2006/relationships/image" Target="../media/image69.png"/><Relationship Id="rId114" Type="http://schemas.openxmlformats.org/officeDocument/2006/relationships/customXml" Target="../ink/ink93.xml"/><Relationship Id="rId60" Type="http://schemas.openxmlformats.org/officeDocument/2006/relationships/customXml" Target="../ink/ink65.xml"/><Relationship Id="rId81" Type="http://schemas.openxmlformats.org/officeDocument/2006/relationships/image" Target="../media/image85.png"/><Relationship Id="rId135" Type="http://schemas.openxmlformats.org/officeDocument/2006/relationships/image" Target="../media/image111.png"/><Relationship Id="rId156" Type="http://schemas.openxmlformats.org/officeDocument/2006/relationships/customXml" Target="../ink/ink114.xml"/><Relationship Id="rId177" Type="http://schemas.openxmlformats.org/officeDocument/2006/relationships/image" Target="../media/image132.png"/><Relationship Id="rId198" Type="http://schemas.openxmlformats.org/officeDocument/2006/relationships/customXml" Target="../ink/ink135.xml"/><Relationship Id="rId202" Type="http://schemas.openxmlformats.org/officeDocument/2006/relationships/customXml" Target="../ink/ink137.xml"/><Relationship Id="rId223" Type="http://schemas.openxmlformats.org/officeDocument/2006/relationships/image" Target="../media/image155.png"/><Relationship Id="rId244" Type="http://schemas.openxmlformats.org/officeDocument/2006/relationships/customXml" Target="../ink/ink158.xml"/><Relationship Id="rId18" Type="http://schemas.openxmlformats.org/officeDocument/2006/relationships/customXml" Target="../ink/ink44.xml"/><Relationship Id="rId39" Type="http://schemas.openxmlformats.org/officeDocument/2006/relationships/image" Target="../media/image64.png"/><Relationship Id="rId50" Type="http://schemas.openxmlformats.org/officeDocument/2006/relationships/customXml" Target="../ink/ink60.xml"/><Relationship Id="rId104" Type="http://schemas.openxmlformats.org/officeDocument/2006/relationships/image" Target="../media/image96.png"/><Relationship Id="rId125" Type="http://schemas.openxmlformats.org/officeDocument/2006/relationships/image" Target="../media/image106.png"/><Relationship Id="rId146" Type="http://schemas.openxmlformats.org/officeDocument/2006/relationships/customXml" Target="../ink/ink109.xml"/><Relationship Id="rId167" Type="http://schemas.openxmlformats.org/officeDocument/2006/relationships/image" Target="../media/image127.png"/><Relationship Id="rId188" Type="http://schemas.openxmlformats.org/officeDocument/2006/relationships/customXml" Target="../ink/ink130.xml"/><Relationship Id="rId71" Type="http://schemas.openxmlformats.org/officeDocument/2006/relationships/image" Target="../media/image80.png"/><Relationship Id="rId92" Type="http://schemas.openxmlformats.org/officeDocument/2006/relationships/customXml" Target="../ink/ink81.xml"/><Relationship Id="rId213" Type="http://schemas.openxmlformats.org/officeDocument/2006/relationships/image" Target="../media/image150.png"/><Relationship Id="rId234" Type="http://schemas.openxmlformats.org/officeDocument/2006/relationships/customXml" Target="../ink/ink153.xml"/><Relationship Id="rId2" Type="http://schemas.openxmlformats.org/officeDocument/2006/relationships/oleObject" Target="../embeddings/oleObject8.bin"/><Relationship Id="rId29" Type="http://schemas.openxmlformats.org/officeDocument/2006/relationships/image" Target="../media/image59.png"/><Relationship Id="rId40" Type="http://schemas.openxmlformats.org/officeDocument/2006/relationships/customXml" Target="../ink/ink55.xml"/><Relationship Id="rId115" Type="http://schemas.openxmlformats.org/officeDocument/2006/relationships/image" Target="../media/image101.png"/><Relationship Id="rId136" Type="http://schemas.openxmlformats.org/officeDocument/2006/relationships/customXml" Target="../ink/ink104.xml"/><Relationship Id="rId157" Type="http://schemas.openxmlformats.org/officeDocument/2006/relationships/image" Target="../media/image122.png"/><Relationship Id="rId178" Type="http://schemas.openxmlformats.org/officeDocument/2006/relationships/customXml" Target="../ink/ink125.xml"/><Relationship Id="rId61" Type="http://schemas.openxmlformats.org/officeDocument/2006/relationships/image" Target="../media/image75.png"/><Relationship Id="rId82" Type="http://schemas.openxmlformats.org/officeDocument/2006/relationships/customXml" Target="../ink/ink76.xml"/><Relationship Id="rId199" Type="http://schemas.openxmlformats.org/officeDocument/2006/relationships/image" Target="../media/image143.png"/><Relationship Id="rId203" Type="http://schemas.openxmlformats.org/officeDocument/2006/relationships/image" Target="../media/image145.png"/><Relationship Id="rId19" Type="http://schemas.openxmlformats.org/officeDocument/2006/relationships/image" Target="../media/image54.png"/><Relationship Id="rId224" Type="http://schemas.openxmlformats.org/officeDocument/2006/relationships/customXml" Target="../ink/ink148.xml"/><Relationship Id="rId245" Type="http://schemas.openxmlformats.org/officeDocument/2006/relationships/image" Target="../media/image166.png"/><Relationship Id="rId30" Type="http://schemas.openxmlformats.org/officeDocument/2006/relationships/customXml" Target="../ink/ink50.xml"/><Relationship Id="rId105" Type="http://schemas.openxmlformats.org/officeDocument/2006/relationships/customXml" Target="../ink/ink88.xml"/><Relationship Id="rId126" Type="http://schemas.openxmlformats.org/officeDocument/2006/relationships/customXml" Target="../ink/ink99.xml"/><Relationship Id="rId147" Type="http://schemas.openxmlformats.org/officeDocument/2006/relationships/image" Target="../media/image117.png"/><Relationship Id="rId168" Type="http://schemas.openxmlformats.org/officeDocument/2006/relationships/customXml" Target="../ink/ink120.xml"/><Relationship Id="rId51" Type="http://schemas.openxmlformats.org/officeDocument/2006/relationships/image" Target="../media/image70.png"/><Relationship Id="rId72" Type="http://schemas.openxmlformats.org/officeDocument/2006/relationships/customXml" Target="../ink/ink71.xml"/><Relationship Id="rId93" Type="http://schemas.openxmlformats.org/officeDocument/2006/relationships/image" Target="../media/image91.png"/><Relationship Id="rId189" Type="http://schemas.openxmlformats.org/officeDocument/2006/relationships/image" Target="../media/image138.png"/><Relationship Id="rId3" Type="http://schemas.openxmlformats.org/officeDocument/2006/relationships/image" Target="../media/image46.wmf"/><Relationship Id="rId214" Type="http://schemas.openxmlformats.org/officeDocument/2006/relationships/customXml" Target="../ink/ink143.xml"/><Relationship Id="rId235" Type="http://schemas.openxmlformats.org/officeDocument/2006/relationships/image" Target="../media/image161.png"/><Relationship Id="rId116" Type="http://schemas.openxmlformats.org/officeDocument/2006/relationships/customXml" Target="../ink/ink94.xml"/><Relationship Id="rId137" Type="http://schemas.openxmlformats.org/officeDocument/2006/relationships/image" Target="../media/image112.png"/><Relationship Id="rId158" Type="http://schemas.openxmlformats.org/officeDocument/2006/relationships/customXml" Target="../ink/ink115.xml"/><Relationship Id="rId20" Type="http://schemas.openxmlformats.org/officeDocument/2006/relationships/customXml" Target="../ink/ink45.xml"/><Relationship Id="rId41" Type="http://schemas.openxmlformats.org/officeDocument/2006/relationships/image" Target="../media/image65.png"/><Relationship Id="rId62" Type="http://schemas.openxmlformats.org/officeDocument/2006/relationships/customXml" Target="../ink/ink66.xml"/><Relationship Id="rId83" Type="http://schemas.openxmlformats.org/officeDocument/2006/relationships/image" Target="../media/image86.png"/><Relationship Id="rId179" Type="http://schemas.openxmlformats.org/officeDocument/2006/relationships/image" Target="../media/image133.png"/><Relationship Id="rId190" Type="http://schemas.openxmlformats.org/officeDocument/2006/relationships/customXml" Target="../ink/ink131.xml"/><Relationship Id="rId204" Type="http://schemas.openxmlformats.org/officeDocument/2006/relationships/customXml" Target="../ink/ink138.xml"/><Relationship Id="rId225" Type="http://schemas.openxmlformats.org/officeDocument/2006/relationships/image" Target="../media/image156.png"/><Relationship Id="rId246" Type="http://schemas.openxmlformats.org/officeDocument/2006/relationships/customXml" Target="../ink/ink159.xml"/><Relationship Id="rId106" Type="http://schemas.openxmlformats.org/officeDocument/2006/relationships/image" Target="../media/image97.png"/><Relationship Id="rId127" Type="http://schemas.openxmlformats.org/officeDocument/2006/relationships/image" Target="../media/image107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17.xml"/><Relationship Id="rId21" Type="http://schemas.openxmlformats.org/officeDocument/2006/relationships/customXml" Target="../ink/ink169.xml"/><Relationship Id="rId63" Type="http://schemas.openxmlformats.org/officeDocument/2006/relationships/customXml" Target="../ink/ink190.xml"/><Relationship Id="rId159" Type="http://schemas.openxmlformats.org/officeDocument/2006/relationships/customXml" Target="../ink/ink238.xml"/><Relationship Id="rId170" Type="http://schemas.openxmlformats.org/officeDocument/2006/relationships/image" Target="../media/image252.png"/><Relationship Id="rId226" Type="http://schemas.openxmlformats.org/officeDocument/2006/relationships/image" Target="../media/image280.png"/><Relationship Id="rId268" Type="http://schemas.openxmlformats.org/officeDocument/2006/relationships/image" Target="../media/image301.png"/><Relationship Id="rId32" Type="http://schemas.openxmlformats.org/officeDocument/2006/relationships/image" Target="../media/image183.png"/><Relationship Id="rId74" Type="http://schemas.openxmlformats.org/officeDocument/2006/relationships/image" Target="../media/image204.png"/><Relationship Id="rId128" Type="http://schemas.openxmlformats.org/officeDocument/2006/relationships/image" Target="../media/image231.png"/><Relationship Id="rId5" Type="http://schemas.openxmlformats.org/officeDocument/2006/relationships/customXml" Target="../ink/ink161.xml"/><Relationship Id="rId181" Type="http://schemas.openxmlformats.org/officeDocument/2006/relationships/customXml" Target="../ink/ink249.xml"/><Relationship Id="rId237" Type="http://schemas.openxmlformats.org/officeDocument/2006/relationships/customXml" Target="../ink/ink277.xml"/><Relationship Id="rId279" Type="http://schemas.openxmlformats.org/officeDocument/2006/relationships/customXml" Target="../ink/ink298.xml"/><Relationship Id="rId22" Type="http://schemas.openxmlformats.org/officeDocument/2006/relationships/image" Target="../media/image178.png"/><Relationship Id="rId43" Type="http://schemas.openxmlformats.org/officeDocument/2006/relationships/customXml" Target="../ink/ink180.xml"/><Relationship Id="rId64" Type="http://schemas.openxmlformats.org/officeDocument/2006/relationships/image" Target="../media/image199.png"/><Relationship Id="rId118" Type="http://schemas.openxmlformats.org/officeDocument/2006/relationships/image" Target="../media/image226.png"/><Relationship Id="rId139" Type="http://schemas.openxmlformats.org/officeDocument/2006/relationships/customXml" Target="../ink/ink228.xml"/><Relationship Id="rId85" Type="http://schemas.openxmlformats.org/officeDocument/2006/relationships/customXml" Target="../ink/ink201.xml"/><Relationship Id="rId150" Type="http://schemas.openxmlformats.org/officeDocument/2006/relationships/image" Target="../media/image242.png"/><Relationship Id="rId171" Type="http://schemas.openxmlformats.org/officeDocument/2006/relationships/customXml" Target="../ink/ink244.xml"/><Relationship Id="rId192" Type="http://schemas.openxmlformats.org/officeDocument/2006/relationships/image" Target="../media/image263.png"/><Relationship Id="rId206" Type="http://schemas.openxmlformats.org/officeDocument/2006/relationships/image" Target="../media/image270.png"/><Relationship Id="rId227" Type="http://schemas.openxmlformats.org/officeDocument/2006/relationships/customXml" Target="../ink/ink272.xml"/><Relationship Id="rId248" Type="http://schemas.openxmlformats.org/officeDocument/2006/relationships/image" Target="../media/image291.png"/><Relationship Id="rId269" Type="http://schemas.openxmlformats.org/officeDocument/2006/relationships/customXml" Target="../ink/ink293.xml"/><Relationship Id="rId12" Type="http://schemas.openxmlformats.org/officeDocument/2006/relationships/image" Target="../media/image173.png"/><Relationship Id="rId33" Type="http://schemas.openxmlformats.org/officeDocument/2006/relationships/customXml" Target="../ink/ink175.xml"/><Relationship Id="rId108" Type="http://schemas.openxmlformats.org/officeDocument/2006/relationships/image" Target="../media/image221.png"/><Relationship Id="rId129" Type="http://schemas.openxmlformats.org/officeDocument/2006/relationships/customXml" Target="../ink/ink223.xml"/><Relationship Id="rId280" Type="http://schemas.openxmlformats.org/officeDocument/2006/relationships/image" Target="../media/image307.png"/><Relationship Id="rId54" Type="http://schemas.openxmlformats.org/officeDocument/2006/relationships/image" Target="../media/image194.png"/><Relationship Id="rId75" Type="http://schemas.openxmlformats.org/officeDocument/2006/relationships/customXml" Target="../ink/ink196.xml"/><Relationship Id="rId96" Type="http://schemas.openxmlformats.org/officeDocument/2006/relationships/image" Target="../media/image215.png"/><Relationship Id="rId140" Type="http://schemas.openxmlformats.org/officeDocument/2006/relationships/image" Target="../media/image237.png"/><Relationship Id="rId161" Type="http://schemas.openxmlformats.org/officeDocument/2006/relationships/customXml" Target="../ink/ink239.xml"/><Relationship Id="rId182" Type="http://schemas.openxmlformats.org/officeDocument/2006/relationships/image" Target="../media/image258.png"/><Relationship Id="rId217" Type="http://schemas.openxmlformats.org/officeDocument/2006/relationships/customXml" Target="../ink/ink267.xml"/><Relationship Id="rId6" Type="http://schemas.openxmlformats.org/officeDocument/2006/relationships/image" Target="../media/image170.png"/><Relationship Id="rId238" Type="http://schemas.openxmlformats.org/officeDocument/2006/relationships/image" Target="../media/image286.png"/><Relationship Id="rId259" Type="http://schemas.openxmlformats.org/officeDocument/2006/relationships/customXml" Target="../ink/ink288.xml"/><Relationship Id="rId23" Type="http://schemas.openxmlformats.org/officeDocument/2006/relationships/customXml" Target="../ink/ink170.xml"/><Relationship Id="rId119" Type="http://schemas.openxmlformats.org/officeDocument/2006/relationships/customXml" Target="../ink/ink218.xml"/><Relationship Id="rId270" Type="http://schemas.openxmlformats.org/officeDocument/2006/relationships/image" Target="../media/image302.png"/><Relationship Id="rId44" Type="http://schemas.openxmlformats.org/officeDocument/2006/relationships/image" Target="../media/image189.png"/><Relationship Id="rId65" Type="http://schemas.openxmlformats.org/officeDocument/2006/relationships/customXml" Target="../ink/ink191.xml"/><Relationship Id="rId86" Type="http://schemas.openxmlformats.org/officeDocument/2006/relationships/image" Target="../media/image210.png"/><Relationship Id="rId130" Type="http://schemas.openxmlformats.org/officeDocument/2006/relationships/image" Target="../media/image232.png"/><Relationship Id="rId151" Type="http://schemas.openxmlformats.org/officeDocument/2006/relationships/customXml" Target="../ink/ink234.xml"/><Relationship Id="rId172" Type="http://schemas.openxmlformats.org/officeDocument/2006/relationships/image" Target="../media/image253.png"/><Relationship Id="rId193" Type="http://schemas.openxmlformats.org/officeDocument/2006/relationships/customXml" Target="../ink/ink255.xml"/><Relationship Id="rId207" Type="http://schemas.openxmlformats.org/officeDocument/2006/relationships/customXml" Target="../ink/ink262.xml"/><Relationship Id="rId228" Type="http://schemas.openxmlformats.org/officeDocument/2006/relationships/image" Target="../media/image281.png"/><Relationship Id="rId249" Type="http://schemas.openxmlformats.org/officeDocument/2006/relationships/customXml" Target="../ink/ink283.xml"/><Relationship Id="rId13" Type="http://schemas.openxmlformats.org/officeDocument/2006/relationships/customXml" Target="../ink/ink165.xml"/><Relationship Id="rId109" Type="http://schemas.openxmlformats.org/officeDocument/2006/relationships/customXml" Target="../ink/ink213.xml"/><Relationship Id="rId260" Type="http://schemas.openxmlformats.org/officeDocument/2006/relationships/image" Target="../media/image297.png"/><Relationship Id="rId281" Type="http://schemas.openxmlformats.org/officeDocument/2006/relationships/customXml" Target="../ink/ink299.xml"/><Relationship Id="rId34" Type="http://schemas.openxmlformats.org/officeDocument/2006/relationships/image" Target="../media/image184.png"/><Relationship Id="rId55" Type="http://schemas.openxmlformats.org/officeDocument/2006/relationships/customXml" Target="../ink/ink186.xml"/><Relationship Id="rId76" Type="http://schemas.openxmlformats.org/officeDocument/2006/relationships/image" Target="../media/image205.png"/><Relationship Id="rId97" Type="http://schemas.openxmlformats.org/officeDocument/2006/relationships/customXml" Target="../ink/ink207.xml"/><Relationship Id="rId120" Type="http://schemas.openxmlformats.org/officeDocument/2006/relationships/image" Target="../media/image227.png"/><Relationship Id="rId141" Type="http://schemas.openxmlformats.org/officeDocument/2006/relationships/customXml" Target="../ink/ink229.xml"/><Relationship Id="rId7" Type="http://schemas.openxmlformats.org/officeDocument/2006/relationships/customXml" Target="../ink/ink162.xml"/><Relationship Id="rId162" Type="http://schemas.openxmlformats.org/officeDocument/2006/relationships/image" Target="../media/image248.png"/><Relationship Id="rId183" Type="http://schemas.openxmlformats.org/officeDocument/2006/relationships/customXml" Target="../ink/ink250.xml"/><Relationship Id="rId218" Type="http://schemas.openxmlformats.org/officeDocument/2006/relationships/image" Target="../media/image276.png"/><Relationship Id="rId239" Type="http://schemas.openxmlformats.org/officeDocument/2006/relationships/customXml" Target="../ink/ink278.xml"/><Relationship Id="rId250" Type="http://schemas.openxmlformats.org/officeDocument/2006/relationships/image" Target="../media/image292.png"/><Relationship Id="rId271" Type="http://schemas.openxmlformats.org/officeDocument/2006/relationships/customXml" Target="../ink/ink294.xml"/><Relationship Id="rId24" Type="http://schemas.openxmlformats.org/officeDocument/2006/relationships/image" Target="../media/image179.png"/><Relationship Id="rId45" Type="http://schemas.openxmlformats.org/officeDocument/2006/relationships/customXml" Target="../ink/ink181.xml"/><Relationship Id="rId66" Type="http://schemas.openxmlformats.org/officeDocument/2006/relationships/image" Target="../media/image200.png"/><Relationship Id="rId87" Type="http://schemas.openxmlformats.org/officeDocument/2006/relationships/customXml" Target="../ink/ink202.xml"/><Relationship Id="rId110" Type="http://schemas.openxmlformats.org/officeDocument/2006/relationships/image" Target="../media/image222.png"/><Relationship Id="rId131" Type="http://schemas.openxmlformats.org/officeDocument/2006/relationships/customXml" Target="../ink/ink224.xml"/><Relationship Id="rId152" Type="http://schemas.openxmlformats.org/officeDocument/2006/relationships/image" Target="../media/image243.png"/><Relationship Id="rId173" Type="http://schemas.openxmlformats.org/officeDocument/2006/relationships/customXml" Target="../ink/ink245.xml"/><Relationship Id="rId194" Type="http://schemas.openxmlformats.org/officeDocument/2006/relationships/image" Target="../media/image264.png"/><Relationship Id="rId208" Type="http://schemas.openxmlformats.org/officeDocument/2006/relationships/image" Target="../media/image271.png"/><Relationship Id="rId229" Type="http://schemas.openxmlformats.org/officeDocument/2006/relationships/customXml" Target="../ink/ink273.xml"/><Relationship Id="rId240" Type="http://schemas.openxmlformats.org/officeDocument/2006/relationships/image" Target="../media/image287.png"/><Relationship Id="rId261" Type="http://schemas.openxmlformats.org/officeDocument/2006/relationships/customXml" Target="../ink/ink289.xml"/><Relationship Id="rId14" Type="http://schemas.openxmlformats.org/officeDocument/2006/relationships/image" Target="../media/image174.png"/><Relationship Id="rId35" Type="http://schemas.openxmlformats.org/officeDocument/2006/relationships/customXml" Target="../ink/ink176.xml"/><Relationship Id="rId56" Type="http://schemas.openxmlformats.org/officeDocument/2006/relationships/image" Target="../media/image195.png"/><Relationship Id="rId77" Type="http://schemas.openxmlformats.org/officeDocument/2006/relationships/customXml" Target="../ink/ink197.xml"/><Relationship Id="rId100" Type="http://schemas.openxmlformats.org/officeDocument/2006/relationships/image" Target="../media/image217.png"/><Relationship Id="rId282" Type="http://schemas.openxmlformats.org/officeDocument/2006/relationships/image" Target="../media/image308.png"/><Relationship Id="rId8" Type="http://schemas.openxmlformats.org/officeDocument/2006/relationships/image" Target="../media/image171.png"/><Relationship Id="rId98" Type="http://schemas.openxmlformats.org/officeDocument/2006/relationships/image" Target="../media/image216.png"/><Relationship Id="rId121" Type="http://schemas.openxmlformats.org/officeDocument/2006/relationships/customXml" Target="../ink/ink219.xml"/><Relationship Id="rId142" Type="http://schemas.openxmlformats.org/officeDocument/2006/relationships/image" Target="../media/image238.png"/><Relationship Id="rId163" Type="http://schemas.openxmlformats.org/officeDocument/2006/relationships/customXml" Target="../ink/ink240.xml"/><Relationship Id="rId184" Type="http://schemas.openxmlformats.org/officeDocument/2006/relationships/image" Target="../media/image259.png"/><Relationship Id="rId219" Type="http://schemas.openxmlformats.org/officeDocument/2006/relationships/customXml" Target="../ink/ink268.xml"/><Relationship Id="rId230" Type="http://schemas.openxmlformats.org/officeDocument/2006/relationships/image" Target="../media/image282.png"/><Relationship Id="rId251" Type="http://schemas.openxmlformats.org/officeDocument/2006/relationships/customXml" Target="../ink/ink284.xml"/><Relationship Id="rId25" Type="http://schemas.openxmlformats.org/officeDocument/2006/relationships/customXml" Target="../ink/ink171.xml"/><Relationship Id="rId46" Type="http://schemas.openxmlformats.org/officeDocument/2006/relationships/image" Target="../media/image190.png"/><Relationship Id="rId67" Type="http://schemas.openxmlformats.org/officeDocument/2006/relationships/customXml" Target="../ink/ink192.xml"/><Relationship Id="rId272" Type="http://schemas.openxmlformats.org/officeDocument/2006/relationships/image" Target="../media/image303.png"/><Relationship Id="rId88" Type="http://schemas.openxmlformats.org/officeDocument/2006/relationships/image" Target="../media/image211.png"/><Relationship Id="rId111" Type="http://schemas.openxmlformats.org/officeDocument/2006/relationships/customXml" Target="../ink/ink214.xml"/><Relationship Id="rId132" Type="http://schemas.openxmlformats.org/officeDocument/2006/relationships/image" Target="../media/image233.png"/><Relationship Id="rId153" Type="http://schemas.openxmlformats.org/officeDocument/2006/relationships/customXml" Target="../ink/ink235.xml"/><Relationship Id="rId174" Type="http://schemas.openxmlformats.org/officeDocument/2006/relationships/image" Target="../media/image254.png"/><Relationship Id="rId195" Type="http://schemas.openxmlformats.org/officeDocument/2006/relationships/customXml" Target="../ink/ink256.xml"/><Relationship Id="rId209" Type="http://schemas.openxmlformats.org/officeDocument/2006/relationships/customXml" Target="../ink/ink263.xml"/><Relationship Id="rId220" Type="http://schemas.openxmlformats.org/officeDocument/2006/relationships/image" Target="../media/image277.png"/><Relationship Id="rId241" Type="http://schemas.openxmlformats.org/officeDocument/2006/relationships/customXml" Target="../ink/ink279.xml"/><Relationship Id="rId15" Type="http://schemas.openxmlformats.org/officeDocument/2006/relationships/customXml" Target="../ink/ink166.xml"/><Relationship Id="rId36" Type="http://schemas.openxmlformats.org/officeDocument/2006/relationships/image" Target="../media/image185.png"/><Relationship Id="rId57" Type="http://schemas.openxmlformats.org/officeDocument/2006/relationships/customXml" Target="../ink/ink187.xml"/><Relationship Id="rId262" Type="http://schemas.openxmlformats.org/officeDocument/2006/relationships/image" Target="../media/image298.png"/><Relationship Id="rId78" Type="http://schemas.openxmlformats.org/officeDocument/2006/relationships/image" Target="../media/image206.png"/><Relationship Id="rId99" Type="http://schemas.openxmlformats.org/officeDocument/2006/relationships/customXml" Target="../ink/ink208.xml"/><Relationship Id="rId101" Type="http://schemas.openxmlformats.org/officeDocument/2006/relationships/customXml" Target="../ink/ink209.xml"/><Relationship Id="rId122" Type="http://schemas.openxmlformats.org/officeDocument/2006/relationships/image" Target="../media/image228.png"/><Relationship Id="rId143" Type="http://schemas.openxmlformats.org/officeDocument/2006/relationships/customXml" Target="../ink/ink230.xml"/><Relationship Id="rId164" Type="http://schemas.openxmlformats.org/officeDocument/2006/relationships/image" Target="../media/image249.png"/><Relationship Id="rId185" Type="http://schemas.openxmlformats.org/officeDocument/2006/relationships/customXml" Target="../ink/ink251.xml"/><Relationship Id="rId9" Type="http://schemas.openxmlformats.org/officeDocument/2006/relationships/customXml" Target="../ink/ink163.xml"/><Relationship Id="rId210" Type="http://schemas.openxmlformats.org/officeDocument/2006/relationships/image" Target="../media/image272.png"/><Relationship Id="rId26" Type="http://schemas.openxmlformats.org/officeDocument/2006/relationships/image" Target="../media/image180.png"/><Relationship Id="rId231" Type="http://schemas.openxmlformats.org/officeDocument/2006/relationships/customXml" Target="../ink/ink274.xml"/><Relationship Id="rId252" Type="http://schemas.openxmlformats.org/officeDocument/2006/relationships/image" Target="../media/image293.png"/><Relationship Id="rId273" Type="http://schemas.openxmlformats.org/officeDocument/2006/relationships/customXml" Target="../ink/ink295.xml"/><Relationship Id="rId47" Type="http://schemas.openxmlformats.org/officeDocument/2006/relationships/customXml" Target="../ink/ink182.xml"/><Relationship Id="rId68" Type="http://schemas.openxmlformats.org/officeDocument/2006/relationships/image" Target="../media/image201.png"/><Relationship Id="rId89" Type="http://schemas.openxmlformats.org/officeDocument/2006/relationships/customXml" Target="../ink/ink203.xml"/><Relationship Id="rId112" Type="http://schemas.openxmlformats.org/officeDocument/2006/relationships/image" Target="../media/image223.png"/><Relationship Id="rId133" Type="http://schemas.openxmlformats.org/officeDocument/2006/relationships/customXml" Target="../ink/ink225.xml"/><Relationship Id="rId154" Type="http://schemas.openxmlformats.org/officeDocument/2006/relationships/image" Target="../media/image244.png"/><Relationship Id="rId175" Type="http://schemas.openxmlformats.org/officeDocument/2006/relationships/customXml" Target="../ink/ink246.xml"/><Relationship Id="rId196" Type="http://schemas.openxmlformats.org/officeDocument/2006/relationships/image" Target="../media/image265.png"/><Relationship Id="rId200" Type="http://schemas.openxmlformats.org/officeDocument/2006/relationships/image" Target="../media/image267.png"/><Relationship Id="rId16" Type="http://schemas.openxmlformats.org/officeDocument/2006/relationships/image" Target="../media/image175.png"/><Relationship Id="rId221" Type="http://schemas.openxmlformats.org/officeDocument/2006/relationships/customXml" Target="../ink/ink269.xml"/><Relationship Id="rId242" Type="http://schemas.openxmlformats.org/officeDocument/2006/relationships/image" Target="../media/image288.png"/><Relationship Id="rId263" Type="http://schemas.openxmlformats.org/officeDocument/2006/relationships/customXml" Target="../ink/ink290.xml"/><Relationship Id="rId37" Type="http://schemas.openxmlformats.org/officeDocument/2006/relationships/customXml" Target="../ink/ink177.xml"/><Relationship Id="rId58" Type="http://schemas.openxmlformats.org/officeDocument/2006/relationships/image" Target="../media/image196.png"/><Relationship Id="rId79" Type="http://schemas.openxmlformats.org/officeDocument/2006/relationships/customXml" Target="../ink/ink198.xml"/><Relationship Id="rId102" Type="http://schemas.openxmlformats.org/officeDocument/2006/relationships/image" Target="../media/image218.png"/><Relationship Id="rId123" Type="http://schemas.openxmlformats.org/officeDocument/2006/relationships/customXml" Target="../ink/ink220.xml"/><Relationship Id="rId144" Type="http://schemas.openxmlformats.org/officeDocument/2006/relationships/image" Target="../media/image239.png"/><Relationship Id="rId90" Type="http://schemas.openxmlformats.org/officeDocument/2006/relationships/image" Target="../media/image212.png"/><Relationship Id="rId165" Type="http://schemas.openxmlformats.org/officeDocument/2006/relationships/customXml" Target="../ink/ink241.xml"/><Relationship Id="rId186" Type="http://schemas.openxmlformats.org/officeDocument/2006/relationships/image" Target="../media/image260.png"/><Relationship Id="rId211" Type="http://schemas.openxmlformats.org/officeDocument/2006/relationships/customXml" Target="../ink/ink264.xml"/><Relationship Id="rId232" Type="http://schemas.openxmlformats.org/officeDocument/2006/relationships/image" Target="../media/image283.png"/><Relationship Id="rId253" Type="http://schemas.openxmlformats.org/officeDocument/2006/relationships/customXml" Target="../ink/ink285.xml"/><Relationship Id="rId274" Type="http://schemas.openxmlformats.org/officeDocument/2006/relationships/image" Target="../media/image304.png"/><Relationship Id="rId27" Type="http://schemas.openxmlformats.org/officeDocument/2006/relationships/customXml" Target="../ink/ink172.xml"/><Relationship Id="rId48" Type="http://schemas.openxmlformats.org/officeDocument/2006/relationships/image" Target="../media/image191.png"/><Relationship Id="rId69" Type="http://schemas.openxmlformats.org/officeDocument/2006/relationships/customXml" Target="../ink/ink193.xml"/><Relationship Id="rId113" Type="http://schemas.openxmlformats.org/officeDocument/2006/relationships/customXml" Target="../ink/ink215.xml"/><Relationship Id="rId134" Type="http://schemas.openxmlformats.org/officeDocument/2006/relationships/image" Target="../media/image234.png"/><Relationship Id="rId80" Type="http://schemas.openxmlformats.org/officeDocument/2006/relationships/image" Target="../media/image207.png"/><Relationship Id="rId155" Type="http://schemas.openxmlformats.org/officeDocument/2006/relationships/customXml" Target="../ink/ink236.xml"/><Relationship Id="rId176" Type="http://schemas.openxmlformats.org/officeDocument/2006/relationships/image" Target="../media/image255.png"/><Relationship Id="rId197" Type="http://schemas.openxmlformats.org/officeDocument/2006/relationships/customXml" Target="../ink/ink257.xml"/><Relationship Id="rId201" Type="http://schemas.openxmlformats.org/officeDocument/2006/relationships/customXml" Target="../ink/ink259.xml"/><Relationship Id="rId222" Type="http://schemas.openxmlformats.org/officeDocument/2006/relationships/image" Target="../media/image278.png"/><Relationship Id="rId243" Type="http://schemas.openxmlformats.org/officeDocument/2006/relationships/customXml" Target="../ink/ink280.xml"/><Relationship Id="rId264" Type="http://schemas.openxmlformats.org/officeDocument/2006/relationships/image" Target="../media/image299.png"/><Relationship Id="rId17" Type="http://schemas.openxmlformats.org/officeDocument/2006/relationships/customXml" Target="../ink/ink167.xml"/><Relationship Id="rId38" Type="http://schemas.openxmlformats.org/officeDocument/2006/relationships/image" Target="../media/image186.png"/><Relationship Id="rId59" Type="http://schemas.openxmlformats.org/officeDocument/2006/relationships/customXml" Target="../ink/ink188.xml"/><Relationship Id="rId103" Type="http://schemas.openxmlformats.org/officeDocument/2006/relationships/customXml" Target="../ink/ink210.xml"/><Relationship Id="rId124" Type="http://schemas.openxmlformats.org/officeDocument/2006/relationships/image" Target="../media/image229.png"/><Relationship Id="rId70" Type="http://schemas.openxmlformats.org/officeDocument/2006/relationships/image" Target="../media/image202.png"/><Relationship Id="rId91" Type="http://schemas.openxmlformats.org/officeDocument/2006/relationships/customXml" Target="../ink/ink204.xml"/><Relationship Id="rId145" Type="http://schemas.openxmlformats.org/officeDocument/2006/relationships/customXml" Target="../ink/ink231.xml"/><Relationship Id="rId166" Type="http://schemas.openxmlformats.org/officeDocument/2006/relationships/image" Target="../media/image250.png"/><Relationship Id="rId187" Type="http://schemas.openxmlformats.org/officeDocument/2006/relationships/customXml" Target="../ink/ink252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73.png"/><Relationship Id="rId233" Type="http://schemas.openxmlformats.org/officeDocument/2006/relationships/customXml" Target="../ink/ink275.xml"/><Relationship Id="rId254" Type="http://schemas.openxmlformats.org/officeDocument/2006/relationships/image" Target="../media/image294.png"/><Relationship Id="rId28" Type="http://schemas.openxmlformats.org/officeDocument/2006/relationships/image" Target="../media/image181.png"/><Relationship Id="rId49" Type="http://schemas.openxmlformats.org/officeDocument/2006/relationships/customXml" Target="../ink/ink183.xml"/><Relationship Id="rId114" Type="http://schemas.openxmlformats.org/officeDocument/2006/relationships/image" Target="../media/image224.png"/><Relationship Id="rId275" Type="http://schemas.openxmlformats.org/officeDocument/2006/relationships/customXml" Target="../ink/ink296.xml"/><Relationship Id="rId60" Type="http://schemas.openxmlformats.org/officeDocument/2006/relationships/image" Target="../media/image197.png"/><Relationship Id="rId81" Type="http://schemas.openxmlformats.org/officeDocument/2006/relationships/customXml" Target="../ink/ink199.xml"/><Relationship Id="rId135" Type="http://schemas.openxmlformats.org/officeDocument/2006/relationships/customXml" Target="../ink/ink226.xml"/><Relationship Id="rId156" Type="http://schemas.openxmlformats.org/officeDocument/2006/relationships/image" Target="../media/image245.png"/><Relationship Id="rId177" Type="http://schemas.openxmlformats.org/officeDocument/2006/relationships/customXml" Target="../ink/ink247.xml"/><Relationship Id="rId198" Type="http://schemas.openxmlformats.org/officeDocument/2006/relationships/image" Target="../media/image266.png"/><Relationship Id="rId202" Type="http://schemas.openxmlformats.org/officeDocument/2006/relationships/image" Target="../media/image268.png"/><Relationship Id="rId223" Type="http://schemas.openxmlformats.org/officeDocument/2006/relationships/customXml" Target="../ink/ink270.xml"/><Relationship Id="rId244" Type="http://schemas.openxmlformats.org/officeDocument/2006/relationships/image" Target="../media/image289.png"/><Relationship Id="rId18" Type="http://schemas.openxmlformats.org/officeDocument/2006/relationships/image" Target="../media/image176.png"/><Relationship Id="rId39" Type="http://schemas.openxmlformats.org/officeDocument/2006/relationships/customXml" Target="../ink/ink178.xml"/><Relationship Id="rId265" Type="http://schemas.openxmlformats.org/officeDocument/2006/relationships/customXml" Target="../ink/ink291.xml"/><Relationship Id="rId50" Type="http://schemas.openxmlformats.org/officeDocument/2006/relationships/image" Target="../media/image192.png"/><Relationship Id="rId104" Type="http://schemas.openxmlformats.org/officeDocument/2006/relationships/image" Target="../media/image219.png"/><Relationship Id="rId125" Type="http://schemas.openxmlformats.org/officeDocument/2006/relationships/customXml" Target="../ink/ink221.xml"/><Relationship Id="rId146" Type="http://schemas.openxmlformats.org/officeDocument/2006/relationships/image" Target="../media/image240.png"/><Relationship Id="rId167" Type="http://schemas.openxmlformats.org/officeDocument/2006/relationships/customXml" Target="../ink/ink242.xml"/><Relationship Id="rId188" Type="http://schemas.openxmlformats.org/officeDocument/2006/relationships/image" Target="../media/image261.png"/><Relationship Id="rId71" Type="http://schemas.openxmlformats.org/officeDocument/2006/relationships/customXml" Target="../ink/ink194.xml"/><Relationship Id="rId92" Type="http://schemas.openxmlformats.org/officeDocument/2006/relationships/image" Target="../media/image213.png"/><Relationship Id="rId213" Type="http://schemas.openxmlformats.org/officeDocument/2006/relationships/customXml" Target="../ink/ink265.xml"/><Relationship Id="rId234" Type="http://schemas.openxmlformats.org/officeDocument/2006/relationships/image" Target="../media/image284.png"/><Relationship Id="rId2" Type="http://schemas.openxmlformats.org/officeDocument/2006/relationships/image" Target="../media/image168.png"/><Relationship Id="rId29" Type="http://schemas.openxmlformats.org/officeDocument/2006/relationships/customXml" Target="../ink/ink173.xml"/><Relationship Id="rId255" Type="http://schemas.openxmlformats.org/officeDocument/2006/relationships/customXml" Target="../ink/ink286.xml"/><Relationship Id="rId276" Type="http://schemas.openxmlformats.org/officeDocument/2006/relationships/image" Target="../media/image305.png"/><Relationship Id="rId40" Type="http://schemas.openxmlformats.org/officeDocument/2006/relationships/image" Target="../media/image187.png"/><Relationship Id="rId115" Type="http://schemas.openxmlformats.org/officeDocument/2006/relationships/customXml" Target="../ink/ink216.xml"/><Relationship Id="rId136" Type="http://schemas.openxmlformats.org/officeDocument/2006/relationships/image" Target="../media/image235.png"/><Relationship Id="rId157" Type="http://schemas.openxmlformats.org/officeDocument/2006/relationships/customXml" Target="../ink/ink237.xml"/><Relationship Id="rId178" Type="http://schemas.openxmlformats.org/officeDocument/2006/relationships/image" Target="../media/image256.png"/><Relationship Id="rId61" Type="http://schemas.openxmlformats.org/officeDocument/2006/relationships/customXml" Target="../ink/ink189.xml"/><Relationship Id="rId82" Type="http://schemas.openxmlformats.org/officeDocument/2006/relationships/image" Target="../media/image208.png"/><Relationship Id="rId199" Type="http://schemas.openxmlformats.org/officeDocument/2006/relationships/customXml" Target="../ink/ink258.xml"/><Relationship Id="rId203" Type="http://schemas.openxmlformats.org/officeDocument/2006/relationships/customXml" Target="../ink/ink260.xml"/><Relationship Id="rId19" Type="http://schemas.openxmlformats.org/officeDocument/2006/relationships/customXml" Target="../ink/ink168.xml"/><Relationship Id="rId224" Type="http://schemas.openxmlformats.org/officeDocument/2006/relationships/image" Target="../media/image279.png"/><Relationship Id="rId245" Type="http://schemas.openxmlformats.org/officeDocument/2006/relationships/customXml" Target="../ink/ink281.xml"/><Relationship Id="rId266" Type="http://schemas.openxmlformats.org/officeDocument/2006/relationships/image" Target="../media/image300.png"/><Relationship Id="rId30" Type="http://schemas.openxmlformats.org/officeDocument/2006/relationships/image" Target="../media/image182.png"/><Relationship Id="rId105" Type="http://schemas.openxmlformats.org/officeDocument/2006/relationships/customXml" Target="../ink/ink211.xml"/><Relationship Id="rId126" Type="http://schemas.openxmlformats.org/officeDocument/2006/relationships/image" Target="../media/image230.png"/><Relationship Id="rId147" Type="http://schemas.openxmlformats.org/officeDocument/2006/relationships/customXml" Target="../ink/ink232.xml"/><Relationship Id="rId168" Type="http://schemas.openxmlformats.org/officeDocument/2006/relationships/image" Target="../media/image251.png"/><Relationship Id="rId51" Type="http://schemas.openxmlformats.org/officeDocument/2006/relationships/customXml" Target="../ink/ink184.xml"/><Relationship Id="rId72" Type="http://schemas.openxmlformats.org/officeDocument/2006/relationships/image" Target="../media/image203.png"/><Relationship Id="rId93" Type="http://schemas.openxmlformats.org/officeDocument/2006/relationships/customXml" Target="../ink/ink205.xml"/><Relationship Id="rId189" Type="http://schemas.openxmlformats.org/officeDocument/2006/relationships/customXml" Target="../ink/ink253.xml"/><Relationship Id="rId3" Type="http://schemas.openxmlformats.org/officeDocument/2006/relationships/customXml" Target="../ink/ink160.xml"/><Relationship Id="rId214" Type="http://schemas.openxmlformats.org/officeDocument/2006/relationships/image" Target="../media/image274.png"/><Relationship Id="rId235" Type="http://schemas.openxmlformats.org/officeDocument/2006/relationships/customXml" Target="../ink/ink276.xml"/><Relationship Id="rId256" Type="http://schemas.openxmlformats.org/officeDocument/2006/relationships/image" Target="../media/image295.png"/><Relationship Id="rId277" Type="http://schemas.openxmlformats.org/officeDocument/2006/relationships/customXml" Target="../ink/ink297.xml"/><Relationship Id="rId116" Type="http://schemas.openxmlformats.org/officeDocument/2006/relationships/image" Target="../media/image225.png"/><Relationship Id="rId137" Type="http://schemas.openxmlformats.org/officeDocument/2006/relationships/customXml" Target="../ink/ink227.xml"/><Relationship Id="rId158" Type="http://schemas.openxmlformats.org/officeDocument/2006/relationships/image" Target="../media/image246.png"/><Relationship Id="rId20" Type="http://schemas.openxmlformats.org/officeDocument/2006/relationships/image" Target="../media/image177.png"/><Relationship Id="rId41" Type="http://schemas.openxmlformats.org/officeDocument/2006/relationships/customXml" Target="../ink/ink179.xml"/><Relationship Id="rId62" Type="http://schemas.openxmlformats.org/officeDocument/2006/relationships/image" Target="../media/image198.png"/><Relationship Id="rId83" Type="http://schemas.openxmlformats.org/officeDocument/2006/relationships/customXml" Target="../ink/ink200.xml"/><Relationship Id="rId179" Type="http://schemas.openxmlformats.org/officeDocument/2006/relationships/customXml" Target="../ink/ink248.xml"/><Relationship Id="rId190" Type="http://schemas.openxmlformats.org/officeDocument/2006/relationships/image" Target="../media/image262.png"/><Relationship Id="rId204" Type="http://schemas.openxmlformats.org/officeDocument/2006/relationships/image" Target="../media/image269.png"/><Relationship Id="rId225" Type="http://schemas.openxmlformats.org/officeDocument/2006/relationships/customXml" Target="../ink/ink271.xml"/><Relationship Id="rId246" Type="http://schemas.openxmlformats.org/officeDocument/2006/relationships/image" Target="../media/image290.png"/><Relationship Id="rId267" Type="http://schemas.openxmlformats.org/officeDocument/2006/relationships/customXml" Target="../ink/ink292.xml"/><Relationship Id="rId106" Type="http://schemas.openxmlformats.org/officeDocument/2006/relationships/image" Target="../media/image220.png"/><Relationship Id="rId127" Type="http://schemas.openxmlformats.org/officeDocument/2006/relationships/customXml" Target="../ink/ink222.xml"/><Relationship Id="rId10" Type="http://schemas.openxmlformats.org/officeDocument/2006/relationships/image" Target="../media/image172.png"/><Relationship Id="rId31" Type="http://schemas.openxmlformats.org/officeDocument/2006/relationships/customXml" Target="../ink/ink174.xml"/><Relationship Id="rId52" Type="http://schemas.openxmlformats.org/officeDocument/2006/relationships/image" Target="../media/image193.png"/><Relationship Id="rId73" Type="http://schemas.openxmlformats.org/officeDocument/2006/relationships/customXml" Target="../ink/ink195.xml"/><Relationship Id="rId94" Type="http://schemas.openxmlformats.org/officeDocument/2006/relationships/image" Target="../media/image214.png"/><Relationship Id="rId148" Type="http://schemas.openxmlformats.org/officeDocument/2006/relationships/image" Target="../media/image241.png"/><Relationship Id="rId169" Type="http://schemas.openxmlformats.org/officeDocument/2006/relationships/customXml" Target="../ink/ink243.xml"/><Relationship Id="rId4" Type="http://schemas.openxmlformats.org/officeDocument/2006/relationships/image" Target="../media/image169.png"/><Relationship Id="rId180" Type="http://schemas.openxmlformats.org/officeDocument/2006/relationships/image" Target="../media/image257.png"/><Relationship Id="rId215" Type="http://schemas.openxmlformats.org/officeDocument/2006/relationships/customXml" Target="../ink/ink266.xml"/><Relationship Id="rId236" Type="http://schemas.openxmlformats.org/officeDocument/2006/relationships/image" Target="../media/image285.png"/><Relationship Id="rId257" Type="http://schemas.openxmlformats.org/officeDocument/2006/relationships/customXml" Target="../ink/ink287.xml"/><Relationship Id="rId278" Type="http://schemas.openxmlformats.org/officeDocument/2006/relationships/image" Target="../media/image306.png"/><Relationship Id="rId42" Type="http://schemas.openxmlformats.org/officeDocument/2006/relationships/image" Target="../media/image188.png"/><Relationship Id="rId84" Type="http://schemas.openxmlformats.org/officeDocument/2006/relationships/image" Target="../media/image209.png"/><Relationship Id="rId138" Type="http://schemas.openxmlformats.org/officeDocument/2006/relationships/image" Target="../media/image236.png"/><Relationship Id="rId191" Type="http://schemas.openxmlformats.org/officeDocument/2006/relationships/customXml" Target="../ink/ink254.xml"/><Relationship Id="rId205" Type="http://schemas.openxmlformats.org/officeDocument/2006/relationships/customXml" Target="../ink/ink261.xml"/><Relationship Id="rId247" Type="http://schemas.openxmlformats.org/officeDocument/2006/relationships/customXml" Target="../ink/ink282.xml"/><Relationship Id="rId107" Type="http://schemas.openxmlformats.org/officeDocument/2006/relationships/customXml" Target="../ink/ink212.xml"/><Relationship Id="rId11" Type="http://schemas.openxmlformats.org/officeDocument/2006/relationships/customXml" Target="../ink/ink164.xml"/><Relationship Id="rId53" Type="http://schemas.openxmlformats.org/officeDocument/2006/relationships/customXml" Target="../ink/ink185.xml"/><Relationship Id="rId149" Type="http://schemas.openxmlformats.org/officeDocument/2006/relationships/customXml" Target="../ink/ink233.xml"/><Relationship Id="rId95" Type="http://schemas.openxmlformats.org/officeDocument/2006/relationships/customXml" Target="../ink/ink206.xml"/><Relationship Id="rId160" Type="http://schemas.openxmlformats.org/officeDocument/2006/relationships/image" Target="../media/image247.png"/><Relationship Id="rId216" Type="http://schemas.openxmlformats.org/officeDocument/2006/relationships/image" Target="../media/image275.png"/><Relationship Id="rId258" Type="http://schemas.openxmlformats.org/officeDocument/2006/relationships/image" Target="../media/image2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4">
            <a:extLst>
              <a:ext uri="{FF2B5EF4-FFF2-40B4-BE49-F238E27FC236}">
                <a16:creationId xmlns:a16="http://schemas.microsoft.com/office/drawing/2014/main" id="{4E8D6A74-5482-7C64-BBD2-01C72A1101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0636476"/>
              </p:ext>
            </p:extLst>
          </p:nvPr>
        </p:nvGraphicFramePr>
        <p:xfrm>
          <a:off x="3505200" y="665162"/>
          <a:ext cx="373380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20900" imgH="482600" progId="Equation.3">
                  <p:embed/>
                </p:oleObj>
              </mc:Choice>
              <mc:Fallback>
                <p:oleObj name="Equation" r:id="rId2" imgW="2120900" imgH="482600" progId="Equation.3">
                  <p:embed/>
                  <p:pic>
                    <p:nvPicPr>
                      <p:cNvPr id="9218" name="Object 4">
                        <a:extLst>
                          <a:ext uri="{FF2B5EF4-FFF2-40B4-BE49-F238E27FC236}">
                            <a16:creationId xmlns:a16="http://schemas.microsoft.com/office/drawing/2014/main" id="{4E8D6A74-5482-7C64-BBD2-01C72A1101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665162"/>
                        <a:ext cx="3733800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5">
            <a:extLst>
              <a:ext uri="{FF2B5EF4-FFF2-40B4-BE49-F238E27FC236}">
                <a16:creationId xmlns:a16="http://schemas.microsoft.com/office/drawing/2014/main" id="{CFA5C4E0-5E9F-278C-E23C-DF45434348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975162"/>
              </p:ext>
            </p:extLst>
          </p:nvPr>
        </p:nvGraphicFramePr>
        <p:xfrm>
          <a:off x="4038600" y="1903412"/>
          <a:ext cx="20574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09700" imgH="419100" progId="Equation.3">
                  <p:embed/>
                </p:oleObj>
              </mc:Choice>
              <mc:Fallback>
                <p:oleObj name="Equation" r:id="rId4" imgW="1409700" imgH="419100" progId="Equation.3">
                  <p:embed/>
                  <p:pic>
                    <p:nvPicPr>
                      <p:cNvPr id="9219" name="Object 5">
                        <a:extLst>
                          <a:ext uri="{FF2B5EF4-FFF2-40B4-BE49-F238E27FC236}">
                            <a16:creationId xmlns:a16="http://schemas.microsoft.com/office/drawing/2014/main" id="{CFA5C4E0-5E9F-278C-E23C-DF45434348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903412"/>
                        <a:ext cx="2057400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6">
            <a:extLst>
              <a:ext uri="{FF2B5EF4-FFF2-40B4-BE49-F238E27FC236}">
                <a16:creationId xmlns:a16="http://schemas.microsoft.com/office/drawing/2014/main" id="{CA3D0277-5785-D06A-7D01-9540F897FA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4707124"/>
              </p:ext>
            </p:extLst>
          </p:nvPr>
        </p:nvGraphicFramePr>
        <p:xfrm>
          <a:off x="3886200" y="2770982"/>
          <a:ext cx="220980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300" imgH="469900" progId="Equation.3">
                  <p:embed/>
                </p:oleObj>
              </mc:Choice>
              <mc:Fallback>
                <p:oleObj name="Equation" r:id="rId6" imgW="1511300" imgH="469900" progId="Equation.3">
                  <p:embed/>
                  <p:pic>
                    <p:nvPicPr>
                      <p:cNvPr id="9220" name="Object 6">
                        <a:extLst>
                          <a:ext uri="{FF2B5EF4-FFF2-40B4-BE49-F238E27FC236}">
                            <a16:creationId xmlns:a16="http://schemas.microsoft.com/office/drawing/2014/main" id="{CA3D0277-5785-D06A-7D01-9540F897FA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770982"/>
                        <a:ext cx="2209800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Text Box 7">
            <a:extLst>
              <a:ext uri="{FF2B5EF4-FFF2-40B4-BE49-F238E27FC236}">
                <a16:creationId xmlns:a16="http://schemas.microsoft.com/office/drawing/2014/main" id="{4B657E12-AF58-AFC2-64B7-CCEF2A963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6055" y="3847307"/>
            <a:ext cx="571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/>
              <a:t>Gain in dB =20logM</a:t>
            </a:r>
          </a:p>
        </p:txBody>
      </p:sp>
      <p:graphicFrame>
        <p:nvGraphicFramePr>
          <p:cNvPr id="9222" name="Object 8">
            <a:extLst>
              <a:ext uri="{FF2B5EF4-FFF2-40B4-BE49-F238E27FC236}">
                <a16:creationId xmlns:a16="http://schemas.microsoft.com/office/drawing/2014/main" id="{05A3F947-1ED9-C163-01E1-15621F4AC4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520800"/>
              </p:ext>
            </p:extLst>
          </p:nvPr>
        </p:nvGraphicFramePr>
        <p:xfrm>
          <a:off x="7239000" y="2671763"/>
          <a:ext cx="2490788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80588" imgH="609336" progId="Equation.3">
                  <p:embed/>
                </p:oleObj>
              </mc:Choice>
              <mc:Fallback>
                <p:oleObj name="Equation" r:id="rId8" imgW="1180588" imgH="609336" progId="Equation.3">
                  <p:embed/>
                  <p:pic>
                    <p:nvPicPr>
                      <p:cNvPr id="9222" name="Object 8">
                        <a:extLst>
                          <a:ext uri="{FF2B5EF4-FFF2-40B4-BE49-F238E27FC236}">
                            <a16:creationId xmlns:a16="http://schemas.microsoft.com/office/drawing/2014/main" id="{05A3F947-1ED9-C163-01E1-15621F4AC4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2671763"/>
                        <a:ext cx="2490788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TextBox 9">
            <a:extLst>
              <a:ext uri="{FF2B5EF4-FFF2-40B4-BE49-F238E27FC236}">
                <a16:creationId xmlns:a16="http://schemas.microsoft.com/office/drawing/2014/main" id="{E765F421-EEAF-3457-54CB-D69F37672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412674"/>
            <a:ext cx="836121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Upto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l-GR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ω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=</a:t>
            </a:r>
            <a:r>
              <a:rPr lang="el-GR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ω</a:t>
            </a:r>
            <a:r>
              <a:rPr lang="en-US" altLang="en-US" sz="2400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the magnitude plot is zero and then a line with slope -40dB/D.  Phase varies from 0 to -180 degrees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FCA7AA-C689-4E2A-02D4-AC54299D897C}"/>
              </a:ext>
            </a:extLst>
          </p:cNvPr>
          <p:cNvGrpSpPr/>
          <p:nvPr/>
        </p:nvGrpSpPr>
        <p:grpSpPr>
          <a:xfrm>
            <a:off x="1284895" y="5679676"/>
            <a:ext cx="1067760" cy="489600"/>
            <a:chOff x="1284895" y="5679676"/>
            <a:chExt cx="1067760" cy="48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9B0E447-07C3-7567-AFE9-136917163A23}"/>
                    </a:ext>
                  </a:extLst>
                </p14:cNvPr>
                <p14:cNvContentPartPr/>
                <p14:nvPr/>
              </p14:nvContentPartPr>
              <p14:xfrm>
                <a:off x="1285255" y="5747716"/>
                <a:ext cx="25560" cy="4215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9B0E447-07C3-7567-AFE9-136917163A2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80935" y="5743396"/>
                  <a:ext cx="3420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D041718-F208-BC01-3E3D-7B6C58262DE2}"/>
                    </a:ext>
                  </a:extLst>
                </p14:cNvPr>
                <p14:cNvContentPartPr/>
                <p14:nvPr/>
              </p14:nvContentPartPr>
              <p14:xfrm>
                <a:off x="1284895" y="5698756"/>
                <a:ext cx="316080" cy="43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D041718-F208-BC01-3E3D-7B6C58262DE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80575" y="5694436"/>
                  <a:ext cx="3247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8356844-92B8-C59B-A989-8226B0CA2713}"/>
                    </a:ext>
                  </a:extLst>
                </p14:cNvPr>
                <p14:cNvContentPartPr/>
                <p14:nvPr/>
              </p14:nvContentPartPr>
              <p14:xfrm>
                <a:off x="1341055" y="5926276"/>
                <a:ext cx="140760" cy="11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8356844-92B8-C59B-A989-8226B0CA271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36735" y="5921956"/>
                  <a:ext cx="1494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5609429-15FA-8DC7-D889-EE14F21C17A6}"/>
                    </a:ext>
                  </a:extLst>
                </p14:cNvPr>
                <p14:cNvContentPartPr/>
                <p14:nvPr/>
              </p14:nvContentPartPr>
              <p14:xfrm>
                <a:off x="1630135" y="5919076"/>
                <a:ext cx="20160" cy="193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5609429-15FA-8DC7-D889-EE14F21C17A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25815" y="5914756"/>
                  <a:ext cx="288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FEE648C-88D9-2554-5760-B3122AFCB205}"/>
                    </a:ext>
                  </a:extLst>
                </p14:cNvPr>
                <p14:cNvContentPartPr/>
                <p14:nvPr/>
              </p14:nvContentPartPr>
              <p14:xfrm>
                <a:off x="1625455" y="5819356"/>
                <a:ext cx="16920" cy="37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FEE648C-88D9-2554-5760-B3122AFCB20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21135" y="5815036"/>
                  <a:ext cx="25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5CFADCC-3DA8-1C4B-6A87-319D15F765F2}"/>
                    </a:ext>
                  </a:extLst>
                </p14:cNvPr>
                <p14:cNvContentPartPr/>
                <p14:nvPr/>
              </p14:nvContentPartPr>
              <p14:xfrm>
                <a:off x="1789975" y="5903596"/>
                <a:ext cx="216000" cy="213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5CFADCC-3DA8-1C4B-6A87-319D15F765F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85655" y="5899276"/>
                  <a:ext cx="2246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4990591-6395-F4E1-06B0-8E34F6A0BF0F}"/>
                    </a:ext>
                  </a:extLst>
                </p14:cNvPr>
                <p14:cNvContentPartPr/>
                <p14:nvPr/>
              </p14:nvContentPartPr>
              <p14:xfrm>
                <a:off x="2089855" y="5679676"/>
                <a:ext cx="262800" cy="449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4990591-6395-F4E1-06B0-8E34F6A0BF0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85535" y="5675356"/>
                  <a:ext cx="27144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5ECB5A7-8609-50AE-5477-BFB33A2A3E90}"/>
                    </a:ext>
                  </a:extLst>
                </p14:cNvPr>
                <p14:cNvContentPartPr/>
                <p14:nvPr/>
              </p14:nvContentPartPr>
              <p14:xfrm>
                <a:off x="1307215" y="5930236"/>
                <a:ext cx="17280" cy="22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5ECB5A7-8609-50AE-5477-BFB33A2A3E9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02895" y="5925916"/>
                  <a:ext cx="2592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BF1D1BA-72D3-C0BD-4746-EC5BFFF80BCF}"/>
              </a:ext>
            </a:extLst>
          </p:cNvPr>
          <p:cNvGrpSpPr/>
          <p:nvPr/>
        </p:nvGrpSpPr>
        <p:grpSpPr>
          <a:xfrm>
            <a:off x="2689615" y="5670676"/>
            <a:ext cx="216720" cy="647280"/>
            <a:chOff x="2689615" y="5670676"/>
            <a:chExt cx="216720" cy="64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A8DD4E2-754C-A16F-12FB-D0CA93D03D26}"/>
                    </a:ext>
                  </a:extLst>
                </p14:cNvPr>
                <p14:cNvContentPartPr/>
                <p14:nvPr/>
              </p14:nvContentPartPr>
              <p14:xfrm>
                <a:off x="2689615" y="5800636"/>
                <a:ext cx="204840" cy="264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A8DD4E2-754C-A16F-12FB-D0CA93D03D2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85295" y="5796316"/>
                  <a:ext cx="2134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F812E61-6625-2728-C4C7-75D0CB63EFB9}"/>
                    </a:ext>
                  </a:extLst>
                </p14:cNvPr>
                <p14:cNvContentPartPr/>
                <p14:nvPr/>
              </p14:nvContentPartPr>
              <p14:xfrm>
                <a:off x="2726335" y="5670676"/>
                <a:ext cx="180000" cy="647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F812E61-6625-2728-C4C7-75D0CB63EFB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22015" y="5666356"/>
                  <a:ext cx="188640" cy="65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2720C6C-9EC8-DC8A-3DDC-4A1A6FDFEEFF}"/>
              </a:ext>
            </a:extLst>
          </p:cNvPr>
          <p:cNvGrpSpPr/>
          <p:nvPr/>
        </p:nvGrpSpPr>
        <p:grpSpPr>
          <a:xfrm>
            <a:off x="3284335" y="5707396"/>
            <a:ext cx="424800" cy="315360"/>
            <a:chOff x="3284335" y="5707396"/>
            <a:chExt cx="424800" cy="3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69B28EE-E33E-6C35-2D1E-C8BB65675C2B}"/>
                    </a:ext>
                  </a:extLst>
                </p14:cNvPr>
                <p14:cNvContentPartPr/>
                <p14:nvPr/>
              </p14:nvContentPartPr>
              <p14:xfrm>
                <a:off x="3284335" y="5839516"/>
                <a:ext cx="198720" cy="183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69B28EE-E33E-6C35-2D1E-C8BB65675C2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80015" y="5835196"/>
                  <a:ext cx="2073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9FD6A90-5CE5-7C8E-AFE1-3812A998EE02}"/>
                    </a:ext>
                  </a:extLst>
                </p14:cNvPr>
                <p14:cNvContentPartPr/>
                <p14:nvPr/>
              </p14:nvContentPartPr>
              <p14:xfrm>
                <a:off x="3551815" y="5707396"/>
                <a:ext cx="157320" cy="307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9FD6A90-5CE5-7C8E-AFE1-3812A998EE0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47495" y="5703076"/>
                  <a:ext cx="1659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683C62B-1578-6100-BA74-8C9700E3F022}"/>
                    </a:ext>
                  </a:extLst>
                </p14:cNvPr>
                <p14:cNvContentPartPr/>
                <p14:nvPr/>
              </p14:nvContentPartPr>
              <p14:xfrm>
                <a:off x="3558295" y="5842036"/>
                <a:ext cx="124200" cy="23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683C62B-1578-6100-BA74-8C9700E3F02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53975" y="5837716"/>
                  <a:ext cx="13284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233D4DD-B6A4-5DC7-8386-E32596E6F043}"/>
              </a:ext>
            </a:extLst>
          </p:cNvPr>
          <p:cNvGrpSpPr/>
          <p:nvPr/>
        </p:nvGrpSpPr>
        <p:grpSpPr>
          <a:xfrm>
            <a:off x="4131775" y="5785876"/>
            <a:ext cx="488880" cy="183240"/>
            <a:chOff x="4131775" y="5785876"/>
            <a:chExt cx="488880" cy="18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C354B03-C606-429B-E258-4365470A95C2}"/>
                    </a:ext>
                  </a:extLst>
                </p14:cNvPr>
                <p14:cNvContentPartPr/>
                <p14:nvPr/>
              </p14:nvContentPartPr>
              <p14:xfrm>
                <a:off x="4131775" y="5785876"/>
                <a:ext cx="222480" cy="183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C354B03-C606-429B-E258-4365470A95C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27455" y="5781556"/>
                  <a:ext cx="2311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F98B46C-2CBA-95C9-BF05-83B8024326CC}"/>
                    </a:ext>
                  </a:extLst>
                </p14:cNvPr>
                <p14:cNvContentPartPr/>
                <p14:nvPr/>
              </p14:nvContentPartPr>
              <p14:xfrm>
                <a:off x="4536415" y="5846716"/>
                <a:ext cx="69120" cy="9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F98B46C-2CBA-95C9-BF05-83B8024326C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32095" y="5842396"/>
                  <a:ext cx="77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0EDB567-4CC0-53D1-9FB5-863CAF319467}"/>
                    </a:ext>
                  </a:extLst>
                </p14:cNvPr>
                <p14:cNvContentPartPr/>
                <p14:nvPr/>
              </p14:nvContentPartPr>
              <p14:xfrm>
                <a:off x="4524175" y="5957956"/>
                <a:ext cx="96480" cy="2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0EDB567-4CC0-53D1-9FB5-863CAF31946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19855" y="5953636"/>
                  <a:ext cx="105120" cy="1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8BC5C1F-50AB-1746-AE82-C4A5944BE186}"/>
              </a:ext>
            </a:extLst>
          </p:cNvPr>
          <p:cNvGrpSpPr/>
          <p:nvPr/>
        </p:nvGrpSpPr>
        <p:grpSpPr>
          <a:xfrm>
            <a:off x="4898575" y="5535316"/>
            <a:ext cx="1478880" cy="551520"/>
            <a:chOff x="4898575" y="5535316"/>
            <a:chExt cx="1478880" cy="55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ABC72E0-387A-31FC-6A11-673A524A228E}"/>
                    </a:ext>
                  </a:extLst>
                </p14:cNvPr>
                <p14:cNvContentPartPr/>
                <p14:nvPr/>
              </p14:nvContentPartPr>
              <p14:xfrm>
                <a:off x="4898575" y="5664196"/>
                <a:ext cx="113400" cy="347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ABC72E0-387A-31FC-6A11-673A524A228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94255" y="5659876"/>
                  <a:ext cx="12204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9A74357-F932-F781-9FBC-B09F4785AA4D}"/>
                    </a:ext>
                  </a:extLst>
                </p14:cNvPr>
                <p14:cNvContentPartPr/>
                <p14:nvPr/>
              </p14:nvContentPartPr>
              <p14:xfrm>
                <a:off x="5183335" y="5799556"/>
                <a:ext cx="125640" cy="174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9A74357-F932-F781-9FBC-B09F4785AA4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79015" y="5795236"/>
                  <a:ext cx="1342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F39A93D-DE80-D50B-4FAF-16B35B1FADC3}"/>
                    </a:ext>
                  </a:extLst>
                </p14:cNvPr>
                <p14:cNvContentPartPr/>
                <p14:nvPr/>
              </p14:nvContentPartPr>
              <p14:xfrm>
                <a:off x="5374855" y="5852116"/>
                <a:ext cx="146520" cy="126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F39A93D-DE80-D50B-4FAF-16B35B1FADC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370535" y="5847796"/>
                  <a:ext cx="1551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8860BC2-40E2-20E5-C430-E4230739A20C}"/>
                    </a:ext>
                  </a:extLst>
                </p14:cNvPr>
                <p14:cNvContentPartPr/>
                <p14:nvPr/>
              </p14:nvContentPartPr>
              <p14:xfrm>
                <a:off x="5560255" y="5666716"/>
                <a:ext cx="153360" cy="336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8860BC2-40E2-20E5-C430-E4230739A20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55935" y="5662396"/>
                  <a:ext cx="16200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28253EA-312F-53D1-F83A-55C46D465797}"/>
                    </a:ext>
                  </a:extLst>
                </p14:cNvPr>
                <p14:cNvContentPartPr/>
                <p14:nvPr/>
              </p14:nvContentPartPr>
              <p14:xfrm>
                <a:off x="5789935" y="5535316"/>
                <a:ext cx="49320" cy="551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28253EA-312F-53D1-F83A-55C46D46579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85615" y="5530996"/>
                  <a:ext cx="5796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AE6DBF4-D29B-46FE-48EF-13E9EB8D3186}"/>
                    </a:ext>
                  </a:extLst>
                </p14:cNvPr>
                <p14:cNvContentPartPr/>
                <p14:nvPr/>
              </p14:nvContentPartPr>
              <p14:xfrm>
                <a:off x="5900455" y="5773996"/>
                <a:ext cx="95040" cy="165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AE6DBF4-D29B-46FE-48EF-13E9EB8D318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896135" y="5769676"/>
                  <a:ext cx="1036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C6BA13F-A8DC-CCD6-07AB-BC4AB3533DC2}"/>
                    </a:ext>
                  </a:extLst>
                </p14:cNvPr>
                <p14:cNvContentPartPr/>
                <p14:nvPr/>
              </p14:nvContentPartPr>
              <p14:xfrm>
                <a:off x="5966695" y="5774716"/>
                <a:ext cx="162360" cy="152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C6BA13F-A8DC-CCD6-07AB-BC4AB3533DC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62375" y="5770396"/>
                  <a:ext cx="1710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950FBEA-0D4E-D0A0-14A5-308EF05D6ED2}"/>
                    </a:ext>
                  </a:extLst>
                </p14:cNvPr>
                <p14:cNvContentPartPr/>
                <p14:nvPr/>
              </p14:nvContentPartPr>
              <p14:xfrm>
                <a:off x="6225175" y="5747716"/>
                <a:ext cx="152280" cy="182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950FBEA-0D4E-D0A0-14A5-308EF05D6ED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20855" y="5743396"/>
                  <a:ext cx="16092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13CEEB1-9E29-CD59-9A0A-F0948EF73A04}"/>
              </a:ext>
            </a:extLst>
          </p:cNvPr>
          <p:cNvGrpSpPr/>
          <p:nvPr/>
        </p:nvGrpSpPr>
        <p:grpSpPr>
          <a:xfrm>
            <a:off x="7647175" y="5410756"/>
            <a:ext cx="2505960" cy="861120"/>
            <a:chOff x="7647175" y="5410756"/>
            <a:chExt cx="2505960" cy="86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BEE7D69-B41C-07A6-896A-812FD3139311}"/>
                    </a:ext>
                  </a:extLst>
                </p14:cNvPr>
                <p14:cNvContentPartPr/>
                <p14:nvPr/>
              </p14:nvContentPartPr>
              <p14:xfrm>
                <a:off x="8384455" y="5410756"/>
                <a:ext cx="21960" cy="250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BEE7D69-B41C-07A6-896A-812FD313931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380135" y="5406436"/>
                  <a:ext cx="306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9DD7B4F-8323-DA74-CBBC-6EE647A97D0F}"/>
                    </a:ext>
                  </a:extLst>
                </p14:cNvPr>
                <p14:cNvContentPartPr/>
                <p14:nvPr/>
              </p14:nvContentPartPr>
              <p14:xfrm>
                <a:off x="8574895" y="5423356"/>
                <a:ext cx="137160" cy="256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9DD7B4F-8323-DA74-CBBC-6EE647A97D0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70575" y="5419036"/>
                  <a:ext cx="1458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0F246AA-20BF-B48E-45E8-67229014DFA1}"/>
                    </a:ext>
                  </a:extLst>
                </p14:cNvPr>
                <p14:cNvContentPartPr/>
                <p14:nvPr/>
              </p14:nvContentPartPr>
              <p14:xfrm>
                <a:off x="7647175" y="5713156"/>
                <a:ext cx="1997640" cy="56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0F246AA-20BF-B48E-45E8-67229014DFA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642855" y="5708836"/>
                  <a:ext cx="20062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6208DCA-7652-DCA5-35A1-84C0CDF7CD26}"/>
                    </a:ext>
                  </a:extLst>
                </p14:cNvPr>
                <p14:cNvContentPartPr/>
                <p14:nvPr/>
              </p14:nvContentPartPr>
              <p14:xfrm>
                <a:off x="7949215" y="6000436"/>
                <a:ext cx="183600" cy="252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6208DCA-7652-DCA5-35A1-84C0CDF7CD2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944895" y="5996116"/>
                  <a:ext cx="1922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491719C-D004-25FA-F507-BBDC57C83843}"/>
                    </a:ext>
                  </a:extLst>
                </p14:cNvPr>
                <p14:cNvContentPartPr/>
                <p14:nvPr/>
              </p14:nvContentPartPr>
              <p14:xfrm>
                <a:off x="8146855" y="5869036"/>
                <a:ext cx="173880" cy="102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491719C-D004-25FA-F507-BBDC57C8384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142535" y="5864716"/>
                  <a:ext cx="1825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B40C12D-53FD-5087-CBE3-D865E3F2E063}"/>
                    </a:ext>
                  </a:extLst>
                </p14:cNvPr>
                <p14:cNvContentPartPr/>
                <p14:nvPr/>
              </p14:nvContentPartPr>
              <p14:xfrm>
                <a:off x="8351335" y="6092596"/>
                <a:ext cx="241920" cy="47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B40C12D-53FD-5087-CBE3-D865E3F2E06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347015" y="6088276"/>
                  <a:ext cx="2505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418FE57-6D74-C0E6-B1F0-AA9BF170F115}"/>
                    </a:ext>
                  </a:extLst>
                </p14:cNvPr>
                <p14:cNvContentPartPr/>
                <p14:nvPr/>
              </p14:nvContentPartPr>
              <p14:xfrm>
                <a:off x="8441695" y="5986396"/>
                <a:ext cx="57960" cy="285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418FE57-6D74-C0E6-B1F0-AA9BF170F11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437375" y="5982076"/>
                  <a:ext cx="666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04C1D81-EB9D-7F7D-A6F2-EEC0DEE26B7B}"/>
                    </a:ext>
                  </a:extLst>
                </p14:cNvPr>
                <p14:cNvContentPartPr/>
                <p14:nvPr/>
              </p14:nvContentPartPr>
              <p14:xfrm>
                <a:off x="8756695" y="5919436"/>
                <a:ext cx="208800" cy="255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04C1D81-EB9D-7F7D-A6F2-EEC0DEE26B7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752375" y="5915116"/>
                  <a:ext cx="2174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1A97895-A972-B0D0-6AED-0908B35CC6B1}"/>
                    </a:ext>
                  </a:extLst>
                </p14:cNvPr>
                <p14:cNvContentPartPr/>
                <p14:nvPr/>
              </p14:nvContentPartPr>
              <p14:xfrm>
                <a:off x="9091855" y="5919796"/>
                <a:ext cx="153360" cy="223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1A97895-A972-B0D0-6AED-0908B35CC6B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087535" y="5915476"/>
                  <a:ext cx="1620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C457110-8E43-3702-46ED-CF6141BFB442}"/>
                    </a:ext>
                  </a:extLst>
                </p14:cNvPr>
                <p14:cNvContentPartPr/>
                <p14:nvPr/>
              </p14:nvContentPartPr>
              <p14:xfrm>
                <a:off x="9299215" y="5998996"/>
                <a:ext cx="236880" cy="29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C457110-8E43-3702-46ED-CF6141BFB44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94895" y="5994676"/>
                  <a:ext cx="2455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465C2C5-2A18-8EDC-0C46-A2BA47E72D36}"/>
                    </a:ext>
                  </a:extLst>
                </p14:cNvPr>
                <p14:cNvContentPartPr/>
                <p14:nvPr/>
              </p14:nvContentPartPr>
              <p14:xfrm>
                <a:off x="9388495" y="5908276"/>
                <a:ext cx="69840" cy="290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465C2C5-2A18-8EDC-0C46-A2BA47E72D3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384175" y="5903956"/>
                  <a:ext cx="784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F6B5D3B-5BCE-20BA-9E32-DFEBD5774DBB}"/>
                    </a:ext>
                  </a:extLst>
                </p14:cNvPr>
                <p14:cNvContentPartPr/>
                <p14:nvPr/>
              </p14:nvContentPartPr>
              <p14:xfrm>
                <a:off x="9762175" y="5845276"/>
                <a:ext cx="29520" cy="311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F6B5D3B-5BCE-20BA-9E32-DFEBD5774DB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757855" y="5840956"/>
                  <a:ext cx="381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AE564F5-6262-D5FB-8DAC-4B1CD1897F79}"/>
                    </a:ext>
                  </a:extLst>
                </p14:cNvPr>
                <p14:cNvContentPartPr/>
                <p14:nvPr/>
              </p14:nvContentPartPr>
              <p14:xfrm>
                <a:off x="10005535" y="5774716"/>
                <a:ext cx="147600" cy="383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AE564F5-6262-D5FB-8DAC-4B1CD1897F7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001215" y="5770396"/>
                  <a:ext cx="156240" cy="391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34F28335-8A6D-163F-8C47-2B157E8E63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304800"/>
            <a:ext cx="7772400" cy="6248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b="1"/>
              <a:t>5</a:t>
            </a:r>
          </a:p>
          <a:p>
            <a:pPr eaLnBrk="1" hangingPunct="1">
              <a:buFontTx/>
              <a:buNone/>
            </a:pPr>
            <a:r>
              <a:rPr lang="en-US" altLang="en-US" sz="2400" b="1"/>
              <a:t>         </a:t>
            </a:r>
          </a:p>
        </p:txBody>
      </p:sp>
      <p:pic>
        <p:nvPicPr>
          <p:cNvPr id="10243" name="Picture 4">
            <a:extLst>
              <a:ext uri="{FF2B5EF4-FFF2-40B4-BE49-F238E27FC236}">
                <a16:creationId xmlns:a16="http://schemas.microsoft.com/office/drawing/2014/main" id="{647BF1FD-73E7-500A-2759-C0D97ED97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295400"/>
            <a:ext cx="67056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Rectangle 6">
            <a:extLst>
              <a:ext uri="{FF2B5EF4-FFF2-40B4-BE49-F238E27FC236}">
                <a16:creationId xmlns:a16="http://schemas.microsoft.com/office/drawing/2014/main" id="{EAFB37D7-F7DC-1C26-7311-DB5978FB7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45757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10245" name="Object 5">
            <a:extLst>
              <a:ext uri="{FF2B5EF4-FFF2-40B4-BE49-F238E27FC236}">
                <a16:creationId xmlns:a16="http://schemas.microsoft.com/office/drawing/2014/main" id="{20F041E5-76AC-FAA8-21E6-5AD492CE06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1"/>
          <a:ext cx="251460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87500" imgH="508000" progId="Equation.3">
                  <p:embed/>
                </p:oleObj>
              </mc:Choice>
              <mc:Fallback>
                <p:oleObj name="Equation" r:id="rId3" imgW="1587500" imgH="508000" progId="Equation.3">
                  <p:embed/>
                  <p:pic>
                    <p:nvPicPr>
                      <p:cNvPr id="10245" name="Object 5">
                        <a:extLst>
                          <a:ext uri="{FF2B5EF4-FFF2-40B4-BE49-F238E27FC236}">
                            <a16:creationId xmlns:a16="http://schemas.microsoft.com/office/drawing/2014/main" id="{20F041E5-76AC-FAA8-21E6-5AD492CE06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"/>
                        <a:ext cx="2514600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Rectangle 8">
            <a:extLst>
              <a:ext uri="{FF2B5EF4-FFF2-40B4-BE49-F238E27FC236}">
                <a16:creationId xmlns:a16="http://schemas.microsoft.com/office/drawing/2014/main" id="{263FB8E3-B548-2D2B-3E28-6AF9C901B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47" name="Rectangle 10">
            <a:extLst>
              <a:ext uri="{FF2B5EF4-FFF2-40B4-BE49-F238E27FC236}">
                <a16:creationId xmlns:a16="http://schemas.microsoft.com/office/drawing/2014/main" id="{C53C0B47-8DAF-A92F-D3C1-7D345E37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67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48" name="Rectangle 12">
            <a:extLst>
              <a:ext uri="{FF2B5EF4-FFF2-40B4-BE49-F238E27FC236}">
                <a16:creationId xmlns:a16="http://schemas.microsoft.com/office/drawing/2014/main" id="{A6B4B786-53B2-29D6-FBC4-63450C353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83869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10249" name="Object 11">
            <a:extLst>
              <a:ext uri="{FF2B5EF4-FFF2-40B4-BE49-F238E27FC236}">
                <a16:creationId xmlns:a16="http://schemas.microsoft.com/office/drawing/2014/main" id="{1074D26D-1164-2DF7-184C-B9054F0F7C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3581400"/>
          <a:ext cx="266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3112" imgH="228501" progId="Equation.3">
                  <p:embed/>
                </p:oleObj>
              </mc:Choice>
              <mc:Fallback>
                <p:oleObj name="Equation" r:id="rId5" imgW="203112" imgH="228501" progId="Equation.3">
                  <p:embed/>
                  <p:pic>
                    <p:nvPicPr>
                      <p:cNvPr id="10249" name="Object 11">
                        <a:extLst>
                          <a:ext uri="{FF2B5EF4-FFF2-40B4-BE49-F238E27FC236}">
                            <a16:creationId xmlns:a16="http://schemas.microsoft.com/office/drawing/2014/main" id="{1074D26D-1164-2DF7-184C-B9054F0F7C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581400"/>
                        <a:ext cx="266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Rectangle 14">
            <a:extLst>
              <a:ext uri="{FF2B5EF4-FFF2-40B4-BE49-F238E27FC236}">
                <a16:creationId xmlns:a16="http://schemas.microsoft.com/office/drawing/2014/main" id="{5027AD55-F89C-8BB5-98C5-4A5B0FF05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0768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10251" name="Object 13">
            <a:extLst>
              <a:ext uri="{FF2B5EF4-FFF2-40B4-BE49-F238E27FC236}">
                <a16:creationId xmlns:a16="http://schemas.microsoft.com/office/drawing/2014/main" id="{2061C34C-E2AC-5063-9F19-109C272029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4200" y="2362201"/>
          <a:ext cx="12192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40948" imgH="177723" progId="Equation.3">
                  <p:embed/>
                </p:oleObj>
              </mc:Choice>
              <mc:Fallback>
                <p:oleObj name="Equation" r:id="rId7" imgW="1040948" imgH="177723" progId="Equation.3">
                  <p:embed/>
                  <p:pic>
                    <p:nvPicPr>
                      <p:cNvPr id="10251" name="Object 13">
                        <a:extLst>
                          <a:ext uri="{FF2B5EF4-FFF2-40B4-BE49-F238E27FC236}">
                            <a16:creationId xmlns:a16="http://schemas.microsoft.com/office/drawing/2014/main" id="{2061C34C-E2AC-5063-9F19-109C272029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2362201"/>
                        <a:ext cx="12192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451192B-5976-B1B4-B7CA-CDC42E9102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5400" y="228600"/>
            <a:ext cx="7772400" cy="228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400"/>
              <a:t>Bode plot of</a:t>
            </a:r>
          </a:p>
        </p:txBody>
      </p:sp>
      <p:graphicFrame>
        <p:nvGraphicFramePr>
          <p:cNvPr id="11267" name="Object 3">
            <a:extLst>
              <a:ext uri="{FF2B5EF4-FFF2-40B4-BE49-F238E27FC236}">
                <a16:creationId xmlns:a16="http://schemas.microsoft.com/office/drawing/2014/main" id="{DEAFC1AD-BEDA-8701-1BCB-447B93C1A5D8}"/>
              </a:ext>
            </a:extLst>
          </p:cNvPr>
          <p:cNvGraphicFramePr>
            <a:graphicFrameLocks noChangeAspect="1"/>
          </p:cNvGraphicFramePr>
          <p:nvPr>
            <p:ph idx="1"/>
          </p:nvPr>
        </p:nvGraphicFramePr>
        <p:xfrm>
          <a:off x="3200400" y="1066800"/>
          <a:ext cx="6248400" cy="560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568952" imgH="4099560" progId="Visio.Drawing.5">
                  <p:embed/>
                </p:oleObj>
              </mc:Choice>
              <mc:Fallback>
                <p:oleObj name="VISIO" r:id="rId2" imgW="4568952" imgH="4099560" progId="Visio.Drawing.5">
                  <p:embed/>
                  <p:pic>
                    <p:nvPicPr>
                      <p:cNvPr id="11267" name="Object 3">
                        <a:extLst>
                          <a:ext uri="{FF2B5EF4-FFF2-40B4-BE49-F238E27FC236}">
                            <a16:creationId xmlns:a16="http://schemas.microsoft.com/office/drawing/2014/main" id="{DEAFC1AD-BEDA-8701-1BCB-447B93C1A5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066800"/>
                        <a:ext cx="6248400" cy="560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Line 4">
            <a:extLst>
              <a:ext uri="{FF2B5EF4-FFF2-40B4-BE49-F238E27FC236}">
                <a16:creationId xmlns:a16="http://schemas.microsoft.com/office/drawing/2014/main" id="{EFED7942-6E32-C4E7-33B6-DDC5EDE033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1000" y="4495800"/>
            <a:ext cx="19050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269" name="Text Box 5">
            <a:extLst>
              <a:ext uri="{FF2B5EF4-FFF2-40B4-BE49-F238E27FC236}">
                <a16:creationId xmlns:a16="http://schemas.microsoft.com/office/drawing/2014/main" id="{96038ACC-61F8-3264-6EFC-143F4FB82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267200"/>
            <a:ext cx="6429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-126.6</a:t>
            </a:r>
          </a:p>
        </p:txBody>
      </p:sp>
      <p:sp>
        <p:nvSpPr>
          <p:cNvPr id="11270" name="Line 6">
            <a:extLst>
              <a:ext uri="{FF2B5EF4-FFF2-40B4-BE49-F238E27FC236}">
                <a16:creationId xmlns:a16="http://schemas.microsoft.com/office/drawing/2014/main" id="{1ECE31B4-FCFA-EE09-F8F7-83552EE9223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495800"/>
            <a:ext cx="0" cy="5334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271" name="Line 7">
            <a:extLst>
              <a:ext uri="{FF2B5EF4-FFF2-40B4-BE49-F238E27FC236}">
                <a16:creationId xmlns:a16="http://schemas.microsoft.com/office/drawing/2014/main" id="{4139D29D-2A0B-6C61-0F6D-41545034693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0200" y="2362200"/>
            <a:ext cx="0" cy="152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272" name="Line 8">
            <a:extLst>
              <a:ext uri="{FF2B5EF4-FFF2-40B4-BE49-F238E27FC236}">
                <a16:creationId xmlns:a16="http://schemas.microsoft.com/office/drawing/2014/main" id="{9EF71F6A-8D46-6924-4231-C2E7EAD393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1000" y="2514600"/>
            <a:ext cx="25146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273" name="Text Box 9">
            <a:extLst>
              <a:ext uri="{FF2B5EF4-FFF2-40B4-BE49-F238E27FC236}">
                <a16:creationId xmlns:a16="http://schemas.microsoft.com/office/drawing/2014/main" id="{8507756C-5EE9-48DA-B23B-CCAAAB3F9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438400"/>
            <a:ext cx="5540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-15.6</a:t>
            </a:r>
          </a:p>
        </p:txBody>
      </p:sp>
      <p:sp>
        <p:nvSpPr>
          <p:cNvPr id="11274" name="Rectangle 10">
            <a:extLst>
              <a:ext uri="{FF2B5EF4-FFF2-40B4-BE49-F238E27FC236}">
                <a16:creationId xmlns:a16="http://schemas.microsoft.com/office/drawing/2014/main" id="{55A49250-A341-40C0-A551-3F11AC503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1275" name="Object 11">
            <a:extLst>
              <a:ext uri="{FF2B5EF4-FFF2-40B4-BE49-F238E27FC236}">
                <a16:creationId xmlns:a16="http://schemas.microsoft.com/office/drawing/2014/main" id="{32BDE3A4-33CE-B972-D301-8D2DE74D35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50800"/>
          <a:ext cx="23622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25600" imgH="419100" progId="Equation.DSMT4">
                  <p:embed/>
                </p:oleObj>
              </mc:Choice>
              <mc:Fallback>
                <p:oleObj name="Equation" r:id="rId4" imgW="1625600" imgH="419100" progId="Equation.DSMT4">
                  <p:embed/>
                  <p:pic>
                    <p:nvPicPr>
                      <p:cNvPr id="11275" name="Object 11">
                        <a:extLst>
                          <a:ext uri="{FF2B5EF4-FFF2-40B4-BE49-F238E27FC236}">
                            <a16:creationId xmlns:a16="http://schemas.microsoft.com/office/drawing/2014/main" id="{32BDE3A4-33CE-B972-D301-8D2DE74D35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0800"/>
                        <a:ext cx="236220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76" name="Group 6">
            <a:extLst>
              <a:ext uri="{FF2B5EF4-FFF2-40B4-BE49-F238E27FC236}">
                <a16:creationId xmlns:a16="http://schemas.microsoft.com/office/drawing/2014/main" id="{D4D83929-0EC0-3B3F-D12A-DC29089254A9}"/>
              </a:ext>
            </a:extLst>
          </p:cNvPr>
          <p:cNvGrpSpPr>
            <a:grpSpLocks/>
          </p:cNvGrpSpPr>
          <p:nvPr/>
        </p:nvGrpSpPr>
        <p:grpSpPr bwMode="auto">
          <a:xfrm>
            <a:off x="6456363" y="204788"/>
            <a:ext cx="419100" cy="227012"/>
            <a:chOff x="4932290" y="205393"/>
            <a:chExt cx="419040" cy="22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5EA52C5-4824-9875-85CB-52DF226A244A}"/>
                    </a:ext>
                  </a:extLst>
                </p14:cNvPr>
                <p14:cNvContentPartPr/>
                <p14:nvPr/>
              </p14:nvContentPartPr>
              <p14:xfrm>
                <a:off x="4932290" y="238153"/>
                <a:ext cx="349200" cy="154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5EA52C5-4824-9875-85CB-52DF226A244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23290" y="229132"/>
                  <a:ext cx="366840" cy="1721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98F15CA-98B6-D6FB-9327-98104D6F5C82}"/>
                    </a:ext>
                  </a:extLst>
                </p14:cNvPr>
                <p14:cNvContentPartPr/>
                <p14:nvPr/>
              </p14:nvContentPartPr>
              <p14:xfrm>
                <a:off x="5079170" y="233473"/>
                <a:ext cx="272160" cy="198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98F15CA-98B6-D6FB-9327-98104D6F5C8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070170" y="224473"/>
                  <a:ext cx="2898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FA79499-38F6-DB77-0844-0A1353D7795E}"/>
                    </a:ext>
                  </a:extLst>
                </p14:cNvPr>
                <p14:cNvContentPartPr/>
                <p14:nvPr/>
              </p14:nvContentPartPr>
              <p14:xfrm>
                <a:off x="4935530" y="205393"/>
                <a:ext cx="395640" cy="193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FA79499-38F6-DB77-0844-0A1353D7795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26530" y="196393"/>
                  <a:ext cx="41328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77" name="Group 35">
            <a:extLst>
              <a:ext uri="{FF2B5EF4-FFF2-40B4-BE49-F238E27FC236}">
                <a16:creationId xmlns:a16="http://schemas.microsoft.com/office/drawing/2014/main" id="{CF415A24-C9B3-F488-0901-130553BC034F}"/>
              </a:ext>
            </a:extLst>
          </p:cNvPr>
          <p:cNvGrpSpPr>
            <a:grpSpLocks/>
          </p:cNvGrpSpPr>
          <p:nvPr/>
        </p:nvGrpSpPr>
        <p:grpSpPr bwMode="auto">
          <a:xfrm>
            <a:off x="5165726" y="715963"/>
            <a:ext cx="690563" cy="334962"/>
            <a:chOff x="3642410" y="715513"/>
            <a:chExt cx="68976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6CE5C67-AD65-71D3-8FD6-761D551FFF3C}"/>
                    </a:ext>
                  </a:extLst>
                </p14:cNvPr>
                <p14:cNvContentPartPr/>
                <p14:nvPr/>
              </p14:nvContentPartPr>
              <p14:xfrm>
                <a:off x="3652850" y="849073"/>
                <a:ext cx="15840" cy="201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6CE5C67-AD65-71D3-8FD6-761D551FFF3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43850" y="840073"/>
                  <a:ext cx="334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0CB59ED-7F18-4645-0B41-CF1BB91A21D0}"/>
                    </a:ext>
                  </a:extLst>
                </p14:cNvPr>
                <p14:cNvContentPartPr/>
                <p14:nvPr/>
              </p14:nvContentPartPr>
              <p14:xfrm>
                <a:off x="3642410" y="831073"/>
                <a:ext cx="117360" cy="96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0CB59ED-7F18-4645-0B41-CF1BB91A21D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33410" y="822073"/>
                  <a:ext cx="1350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DA8B048-C8AE-CF22-C330-56BB3BA263F4}"/>
                    </a:ext>
                  </a:extLst>
                </p14:cNvPr>
                <p14:cNvContentPartPr/>
                <p14:nvPr/>
              </p14:nvContentPartPr>
              <p14:xfrm>
                <a:off x="3887570" y="747913"/>
                <a:ext cx="21600" cy="246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DA8B048-C8AE-CF22-C330-56BB3BA263F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78570" y="738913"/>
                  <a:ext cx="392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77FA4F9-05AF-3721-5016-37D1945DB2E5}"/>
                    </a:ext>
                  </a:extLst>
                </p14:cNvPr>
                <p14:cNvContentPartPr/>
                <p14:nvPr/>
              </p14:nvContentPartPr>
              <p14:xfrm>
                <a:off x="3993410" y="871393"/>
                <a:ext cx="68400" cy="113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77FA4F9-05AF-3721-5016-37D1945DB2E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84410" y="862393"/>
                  <a:ext cx="860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2291CD2-5509-44CB-2128-B801046331F2}"/>
                    </a:ext>
                  </a:extLst>
                </p14:cNvPr>
                <p14:cNvContentPartPr/>
                <p14:nvPr/>
              </p14:nvContentPartPr>
              <p14:xfrm>
                <a:off x="4167290" y="715513"/>
                <a:ext cx="132120" cy="287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2291CD2-5509-44CB-2128-B801046331F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58290" y="706524"/>
                  <a:ext cx="149760" cy="3052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205B428-C8DC-9CBB-115B-2E9EF69850DD}"/>
                    </a:ext>
                  </a:extLst>
                </p14:cNvPr>
                <p14:cNvContentPartPr/>
                <p14:nvPr/>
              </p14:nvContentPartPr>
              <p14:xfrm>
                <a:off x="4204010" y="828193"/>
                <a:ext cx="128160" cy="21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205B428-C8DC-9CBB-115B-2E9EF69850D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95010" y="819193"/>
                  <a:ext cx="14580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FEFC347-D0EC-EC13-13CE-22F26DB877E3}"/>
                  </a:ext>
                </a:extLst>
              </p14:cNvPr>
              <p14:cNvContentPartPr/>
              <p14:nvPr/>
            </p14:nvContentPartPr>
            <p14:xfrm>
              <a:off x="1694930" y="1796233"/>
              <a:ext cx="11880" cy="36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FEFC347-D0EC-EC13-13CE-22F26DB877E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685930" y="1786233"/>
                <a:ext cx="29520" cy="2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79" name="Group 51">
            <a:extLst>
              <a:ext uri="{FF2B5EF4-FFF2-40B4-BE49-F238E27FC236}">
                <a16:creationId xmlns:a16="http://schemas.microsoft.com/office/drawing/2014/main" id="{FC80427A-71D8-C91B-1520-AB9A1A5464BB}"/>
              </a:ext>
            </a:extLst>
          </p:cNvPr>
          <p:cNvGrpSpPr>
            <a:grpSpLocks/>
          </p:cNvGrpSpPr>
          <p:nvPr/>
        </p:nvGrpSpPr>
        <p:grpSpPr bwMode="auto">
          <a:xfrm>
            <a:off x="6899276" y="641350"/>
            <a:ext cx="1154113" cy="425450"/>
            <a:chOff x="5375090" y="641353"/>
            <a:chExt cx="1154160" cy="42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F57B31E-6480-51E8-0B5B-1FE0D445000D}"/>
                    </a:ext>
                  </a:extLst>
                </p14:cNvPr>
                <p14:cNvContentPartPr/>
                <p14:nvPr/>
              </p14:nvContentPartPr>
              <p14:xfrm>
                <a:off x="5375090" y="788593"/>
                <a:ext cx="100800" cy="171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F57B31E-6480-51E8-0B5B-1FE0D445000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366090" y="779593"/>
                  <a:ext cx="1184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627D520-3B6A-E852-DE59-9D22F0FEF5DE}"/>
                    </a:ext>
                  </a:extLst>
                </p14:cNvPr>
                <p14:cNvContentPartPr/>
                <p14:nvPr/>
              </p14:nvContentPartPr>
              <p14:xfrm>
                <a:off x="5572370" y="873553"/>
                <a:ext cx="55440" cy="7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627D520-3B6A-E852-DE59-9D22F0FEF5D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563370" y="864553"/>
                  <a:ext cx="730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41440F4-FE10-A064-F124-FF7792363142}"/>
                    </a:ext>
                  </a:extLst>
                </p14:cNvPr>
                <p14:cNvContentPartPr/>
                <p14:nvPr/>
              </p14:nvContentPartPr>
              <p14:xfrm>
                <a:off x="5579210" y="929353"/>
                <a:ext cx="57600" cy="4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41440F4-FE10-A064-F124-FF779236314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570153" y="920353"/>
                  <a:ext cx="75351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01EAD0E-835A-5AD7-6963-490480406D9F}"/>
                    </a:ext>
                  </a:extLst>
                </p14:cNvPr>
                <p14:cNvContentPartPr/>
                <p14:nvPr/>
              </p14:nvContentPartPr>
              <p14:xfrm>
                <a:off x="5727890" y="807313"/>
                <a:ext cx="204480" cy="109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01EAD0E-835A-5AD7-6963-490480406D9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18906" y="798343"/>
                  <a:ext cx="222089" cy="1266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549EA9B-ABCA-F5A2-1C7C-16AED01E1F32}"/>
                    </a:ext>
                  </a:extLst>
                </p14:cNvPr>
                <p14:cNvContentPartPr/>
                <p14:nvPr/>
              </p14:nvContentPartPr>
              <p14:xfrm>
                <a:off x="5996810" y="832873"/>
                <a:ext cx="22680" cy="163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549EA9B-ABCA-F5A2-1C7C-16AED01E1F3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987810" y="823873"/>
                  <a:ext cx="403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7D2B76D-7F6F-613D-424A-5882D7BBEBB7}"/>
                    </a:ext>
                  </a:extLst>
                </p14:cNvPr>
                <p14:cNvContentPartPr/>
                <p14:nvPr/>
              </p14:nvContentPartPr>
              <p14:xfrm>
                <a:off x="6000410" y="788233"/>
                <a:ext cx="61560" cy="114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7D2B76D-7F6F-613D-424A-5882D7BBEBB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91462" y="779205"/>
                  <a:ext cx="79097" cy="1325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D78AA2E-208C-EE16-E171-C28E457A8D4F}"/>
                    </a:ext>
                  </a:extLst>
                </p14:cNvPr>
                <p14:cNvContentPartPr/>
                <p14:nvPr/>
              </p14:nvContentPartPr>
              <p14:xfrm>
                <a:off x="6143330" y="711553"/>
                <a:ext cx="36000" cy="208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D78AA2E-208C-EE16-E171-C28E457A8D4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34330" y="702553"/>
                  <a:ext cx="536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6A92684-2D97-75A9-AD73-92A5F6DE52CD}"/>
                    </a:ext>
                  </a:extLst>
                </p14:cNvPr>
                <p14:cNvContentPartPr/>
                <p14:nvPr/>
              </p14:nvContentPartPr>
              <p14:xfrm>
                <a:off x="6185810" y="778513"/>
                <a:ext cx="55440" cy="74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6A92684-2D97-75A9-AD73-92A5F6DE52C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76810" y="769513"/>
                  <a:ext cx="730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295D334-B88B-DAB5-4F30-BE05D9001941}"/>
                    </a:ext>
                  </a:extLst>
                </p14:cNvPr>
                <p14:cNvContentPartPr/>
                <p14:nvPr/>
              </p14:nvContentPartPr>
              <p14:xfrm>
                <a:off x="6199850" y="830713"/>
                <a:ext cx="66960" cy="79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295D334-B88B-DAB5-4F30-BE05D900194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90850" y="821753"/>
                  <a:ext cx="84600" cy="974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B2FE461-7CF1-E3E5-CC62-F720E3FAEC12}"/>
                    </a:ext>
                  </a:extLst>
                </p14:cNvPr>
                <p14:cNvContentPartPr/>
                <p14:nvPr/>
              </p14:nvContentPartPr>
              <p14:xfrm>
                <a:off x="6373010" y="641353"/>
                <a:ext cx="156240" cy="425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B2FE461-7CF1-E3E5-CC62-F720E3FAEC1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64010" y="632361"/>
                  <a:ext cx="173880" cy="44314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80" name="Group 56">
            <a:extLst>
              <a:ext uri="{FF2B5EF4-FFF2-40B4-BE49-F238E27FC236}">
                <a16:creationId xmlns:a16="http://schemas.microsoft.com/office/drawing/2014/main" id="{EAD9E1C7-8C49-7FCD-5FAC-B4CCB2ACD7AD}"/>
              </a:ext>
            </a:extLst>
          </p:cNvPr>
          <p:cNvGrpSpPr>
            <a:grpSpLocks/>
          </p:cNvGrpSpPr>
          <p:nvPr/>
        </p:nvGrpSpPr>
        <p:grpSpPr bwMode="auto">
          <a:xfrm>
            <a:off x="8002589" y="679451"/>
            <a:ext cx="390525" cy="347663"/>
            <a:chOff x="6479210" y="678793"/>
            <a:chExt cx="389880" cy="34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C097B14-355E-0EB0-A9DB-7D15DB019F28}"/>
                    </a:ext>
                  </a:extLst>
                </p14:cNvPr>
                <p14:cNvContentPartPr/>
                <p14:nvPr/>
              </p14:nvContentPartPr>
              <p14:xfrm>
                <a:off x="6479210" y="755473"/>
                <a:ext cx="104400" cy="146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C097B14-355E-0EB0-A9DB-7D15DB019F2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70179" y="746473"/>
                  <a:ext cx="122101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1F8D29B-5F63-8778-100C-847E022AE0D7}"/>
                    </a:ext>
                  </a:extLst>
                </p14:cNvPr>
                <p14:cNvContentPartPr/>
                <p14:nvPr/>
              </p14:nvContentPartPr>
              <p14:xfrm>
                <a:off x="6487130" y="706153"/>
                <a:ext cx="83160" cy="37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1F8D29B-5F63-8778-100C-847E022AE0D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478130" y="697153"/>
                  <a:ext cx="1008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8A0ABC3-5168-C150-E02F-9D349BBA43A1}"/>
                    </a:ext>
                  </a:extLst>
                </p14:cNvPr>
                <p14:cNvContentPartPr/>
                <p14:nvPr/>
              </p14:nvContentPartPr>
              <p14:xfrm>
                <a:off x="6683690" y="678793"/>
                <a:ext cx="75960" cy="246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8A0ABC3-5168-C150-E02F-9D349BBA43A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74732" y="669780"/>
                  <a:ext cx="93517" cy="2642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BF08914-19B9-4967-5A42-444779E242E9}"/>
                    </a:ext>
                  </a:extLst>
                </p14:cNvPr>
                <p14:cNvContentPartPr/>
                <p14:nvPr/>
              </p14:nvContentPartPr>
              <p14:xfrm>
                <a:off x="6796010" y="941593"/>
                <a:ext cx="73080" cy="85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BF08914-19B9-4967-5A42-444779E242E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787010" y="932593"/>
                  <a:ext cx="9072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81" name="Group 11290">
            <a:extLst>
              <a:ext uri="{FF2B5EF4-FFF2-40B4-BE49-F238E27FC236}">
                <a16:creationId xmlns:a16="http://schemas.microsoft.com/office/drawing/2014/main" id="{DE614361-966B-6255-EB3C-6522B167A118}"/>
              </a:ext>
            </a:extLst>
          </p:cNvPr>
          <p:cNvGrpSpPr>
            <a:grpSpLocks/>
          </p:cNvGrpSpPr>
          <p:nvPr/>
        </p:nvGrpSpPr>
        <p:grpSpPr bwMode="auto">
          <a:xfrm>
            <a:off x="8505825" y="423863"/>
            <a:ext cx="1398588" cy="1047750"/>
            <a:chOff x="6981050" y="423553"/>
            <a:chExt cx="1399320" cy="104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B0F6354-2175-22E2-CFE4-5D1AB9D6CEDA}"/>
                    </a:ext>
                  </a:extLst>
                </p14:cNvPr>
                <p14:cNvContentPartPr/>
                <p14:nvPr/>
              </p14:nvContentPartPr>
              <p14:xfrm>
                <a:off x="6981050" y="696433"/>
                <a:ext cx="109080" cy="208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B0F6354-2175-22E2-CFE4-5D1AB9D6CED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72050" y="687433"/>
                  <a:ext cx="1267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DC53DE0-7EFB-4055-56A8-82C719755BB8}"/>
                    </a:ext>
                  </a:extLst>
                </p14:cNvPr>
                <p14:cNvContentPartPr/>
                <p14:nvPr/>
              </p14:nvContentPartPr>
              <p14:xfrm>
                <a:off x="7009850" y="657913"/>
                <a:ext cx="82800" cy="12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DC53DE0-7EFB-4055-56A8-82C719755BB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000811" y="648656"/>
                  <a:ext cx="100517" cy="311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79F6807-1810-4550-0C1E-79A4C4AAB86D}"/>
                    </a:ext>
                  </a:extLst>
                </p14:cNvPr>
                <p14:cNvContentPartPr/>
                <p14:nvPr/>
              </p14:nvContentPartPr>
              <p14:xfrm>
                <a:off x="7085450" y="716953"/>
                <a:ext cx="83160" cy="120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79F6807-1810-4550-0C1E-79A4C4AAB86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76450" y="707953"/>
                  <a:ext cx="1008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586BE61-7536-BBE0-C2FF-12321633B5FD}"/>
                    </a:ext>
                  </a:extLst>
                </p14:cNvPr>
                <p14:cNvContentPartPr/>
                <p14:nvPr/>
              </p14:nvContentPartPr>
              <p14:xfrm>
                <a:off x="7211450" y="876073"/>
                <a:ext cx="25560" cy="47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586BE61-7536-BBE0-C2FF-12321633B5F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202321" y="867073"/>
                  <a:ext cx="43452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320ABB2-5DC8-7D14-4989-69AD344C0796}"/>
                    </a:ext>
                  </a:extLst>
                </p14:cNvPr>
                <p14:cNvContentPartPr/>
                <p14:nvPr/>
              </p14:nvContentPartPr>
              <p14:xfrm>
                <a:off x="7296050" y="738193"/>
                <a:ext cx="60120" cy="6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320ABB2-5DC8-7D14-4989-69AD344C079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87050" y="729693"/>
                  <a:ext cx="77760" cy="227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CD4C60F-674B-B0EB-AC5E-BD0B6A8D2067}"/>
                    </a:ext>
                  </a:extLst>
                </p14:cNvPr>
                <p14:cNvContentPartPr/>
                <p14:nvPr/>
              </p14:nvContentPartPr>
              <p14:xfrm>
                <a:off x="7399010" y="686353"/>
                <a:ext cx="42120" cy="124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CD4C60F-674B-B0EB-AC5E-BD0B6A8D206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90010" y="677353"/>
                  <a:ext cx="597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1264" name="Ink 11263">
                  <a:extLst>
                    <a:ext uri="{FF2B5EF4-FFF2-40B4-BE49-F238E27FC236}">
                      <a16:creationId xmlns:a16="http://schemas.microsoft.com/office/drawing/2014/main" id="{19B97E18-13B3-7BCE-5B2A-66FC31D14CE8}"/>
                    </a:ext>
                  </a:extLst>
                </p14:cNvPr>
                <p14:cNvContentPartPr/>
                <p14:nvPr/>
              </p14:nvContentPartPr>
              <p14:xfrm>
                <a:off x="7488290" y="841153"/>
                <a:ext cx="26280" cy="75600"/>
              </p14:xfrm>
            </p:contentPart>
          </mc:Choice>
          <mc:Fallback>
            <p:pic>
              <p:nvPicPr>
                <p:cNvPr id="11264" name="Ink 11263">
                  <a:extLst>
                    <a:ext uri="{FF2B5EF4-FFF2-40B4-BE49-F238E27FC236}">
                      <a16:creationId xmlns:a16="http://schemas.microsoft.com/office/drawing/2014/main" id="{19B97E18-13B3-7BCE-5B2A-66FC31D14CE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479290" y="832153"/>
                  <a:ext cx="439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1265" name="Ink 11264">
                  <a:extLst>
                    <a:ext uri="{FF2B5EF4-FFF2-40B4-BE49-F238E27FC236}">
                      <a16:creationId xmlns:a16="http://schemas.microsoft.com/office/drawing/2014/main" id="{023AC255-B53E-0B40-F9FC-653A78BE8470}"/>
                    </a:ext>
                  </a:extLst>
                </p14:cNvPr>
                <p14:cNvContentPartPr/>
                <p14:nvPr/>
              </p14:nvContentPartPr>
              <p14:xfrm>
                <a:off x="7611770" y="706153"/>
                <a:ext cx="54720" cy="10800"/>
              </p14:xfrm>
            </p:contentPart>
          </mc:Choice>
          <mc:Fallback>
            <p:pic>
              <p:nvPicPr>
                <p:cNvPr id="11265" name="Ink 11264">
                  <a:extLst>
                    <a:ext uri="{FF2B5EF4-FFF2-40B4-BE49-F238E27FC236}">
                      <a16:creationId xmlns:a16="http://schemas.microsoft.com/office/drawing/2014/main" id="{023AC255-B53E-0B40-F9FC-653A78BE847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602770" y="697153"/>
                  <a:ext cx="72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" name="Ink 11275">
                  <a:extLst>
                    <a:ext uri="{FF2B5EF4-FFF2-40B4-BE49-F238E27FC236}">
                      <a16:creationId xmlns:a16="http://schemas.microsoft.com/office/drawing/2014/main" id="{CA18FA7C-C911-9569-B4C6-19FFDE8379D8}"/>
                    </a:ext>
                  </a:extLst>
                </p14:cNvPr>
                <p14:cNvContentPartPr/>
                <p14:nvPr/>
              </p14:nvContentPartPr>
              <p14:xfrm>
                <a:off x="7714370" y="677713"/>
                <a:ext cx="108720" cy="131040"/>
              </p14:xfrm>
            </p:contentPart>
          </mc:Choice>
          <mc:Fallback>
            <p:pic>
              <p:nvPicPr>
                <p:cNvPr id="2" name="Ink 11275">
                  <a:extLst>
                    <a:ext uri="{FF2B5EF4-FFF2-40B4-BE49-F238E27FC236}">
                      <a16:creationId xmlns:a16="http://schemas.microsoft.com/office/drawing/2014/main" id="{CA18FA7C-C911-9569-B4C6-19FFDE8379D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705370" y="668713"/>
                  <a:ext cx="1263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1278" name="Ink 11277">
                  <a:extLst>
                    <a:ext uri="{FF2B5EF4-FFF2-40B4-BE49-F238E27FC236}">
                      <a16:creationId xmlns:a16="http://schemas.microsoft.com/office/drawing/2014/main" id="{05FE86B4-8124-61DB-2289-034B723AD85F}"/>
                    </a:ext>
                  </a:extLst>
                </p14:cNvPr>
                <p14:cNvContentPartPr/>
                <p14:nvPr/>
              </p14:nvContentPartPr>
              <p14:xfrm>
                <a:off x="7737050" y="547753"/>
                <a:ext cx="170640" cy="397080"/>
              </p14:xfrm>
            </p:contentPart>
          </mc:Choice>
          <mc:Fallback>
            <p:pic>
              <p:nvPicPr>
                <p:cNvPr id="11278" name="Ink 11277">
                  <a:extLst>
                    <a:ext uri="{FF2B5EF4-FFF2-40B4-BE49-F238E27FC236}">
                      <a16:creationId xmlns:a16="http://schemas.microsoft.com/office/drawing/2014/main" id="{05FE86B4-8124-61DB-2289-034B723AD85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728031" y="538753"/>
                  <a:ext cx="188317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" name="Ink 11278">
                  <a:extLst>
                    <a:ext uri="{FF2B5EF4-FFF2-40B4-BE49-F238E27FC236}">
                      <a16:creationId xmlns:a16="http://schemas.microsoft.com/office/drawing/2014/main" id="{68EFA68B-CB72-2710-3DE3-D8943F2133B6}"/>
                    </a:ext>
                  </a:extLst>
                </p14:cNvPr>
                <p14:cNvContentPartPr/>
                <p14:nvPr/>
              </p14:nvContentPartPr>
              <p14:xfrm>
                <a:off x="8011010" y="827473"/>
                <a:ext cx="9000" cy="43560"/>
              </p14:xfrm>
            </p:contentPart>
          </mc:Choice>
          <mc:Fallback>
            <p:pic>
              <p:nvPicPr>
                <p:cNvPr id="5" name="Ink 11278">
                  <a:extLst>
                    <a:ext uri="{FF2B5EF4-FFF2-40B4-BE49-F238E27FC236}">
                      <a16:creationId xmlns:a16="http://schemas.microsoft.com/office/drawing/2014/main" id="{68EFA68B-CB72-2710-3DE3-D8943F2133B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002010" y="818473"/>
                  <a:ext cx="266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" name="Ink 11280">
                  <a:extLst>
                    <a:ext uri="{FF2B5EF4-FFF2-40B4-BE49-F238E27FC236}">
                      <a16:creationId xmlns:a16="http://schemas.microsoft.com/office/drawing/2014/main" id="{E34246E5-0A0B-A3DB-EAAC-EE3D24D7AC0C}"/>
                    </a:ext>
                  </a:extLst>
                </p14:cNvPr>
                <p14:cNvContentPartPr/>
                <p14:nvPr/>
              </p14:nvContentPartPr>
              <p14:xfrm>
                <a:off x="8184170" y="652513"/>
                <a:ext cx="35280" cy="136800"/>
              </p14:xfrm>
            </p:contentPart>
          </mc:Choice>
          <mc:Fallback>
            <p:pic>
              <p:nvPicPr>
                <p:cNvPr id="7" name="Ink 11280">
                  <a:extLst>
                    <a:ext uri="{FF2B5EF4-FFF2-40B4-BE49-F238E27FC236}">
                      <a16:creationId xmlns:a16="http://schemas.microsoft.com/office/drawing/2014/main" id="{E34246E5-0A0B-A3DB-EAAC-EE3D24D7AC0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75170" y="643513"/>
                  <a:ext cx="529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6" name="Ink 11281">
                  <a:extLst>
                    <a:ext uri="{FF2B5EF4-FFF2-40B4-BE49-F238E27FC236}">
                      <a16:creationId xmlns:a16="http://schemas.microsoft.com/office/drawing/2014/main" id="{4D45EF01-DBCF-8879-F68A-629A53FCE37B}"/>
                    </a:ext>
                  </a:extLst>
                </p14:cNvPr>
                <p14:cNvContentPartPr/>
                <p14:nvPr/>
              </p14:nvContentPartPr>
              <p14:xfrm>
                <a:off x="8116130" y="423553"/>
                <a:ext cx="227160" cy="597960"/>
              </p14:xfrm>
            </p:contentPart>
          </mc:Choice>
          <mc:Fallback>
            <p:pic>
              <p:nvPicPr>
                <p:cNvPr id="16" name="Ink 11281">
                  <a:extLst>
                    <a:ext uri="{FF2B5EF4-FFF2-40B4-BE49-F238E27FC236}">
                      <a16:creationId xmlns:a16="http://schemas.microsoft.com/office/drawing/2014/main" id="{4D45EF01-DBCF-8879-F68A-629A53FCE37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107144" y="414558"/>
                  <a:ext cx="244772" cy="6155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1284" name="Ink 11283">
                  <a:extLst>
                    <a:ext uri="{FF2B5EF4-FFF2-40B4-BE49-F238E27FC236}">
                      <a16:creationId xmlns:a16="http://schemas.microsoft.com/office/drawing/2014/main" id="{85DA6501-5391-019F-E3F7-34CEDF87D12B}"/>
                    </a:ext>
                  </a:extLst>
                </p14:cNvPr>
                <p14:cNvContentPartPr/>
                <p14:nvPr/>
              </p14:nvContentPartPr>
              <p14:xfrm>
                <a:off x="7206410" y="1044193"/>
                <a:ext cx="60840" cy="205920"/>
              </p14:xfrm>
            </p:contentPart>
          </mc:Choice>
          <mc:Fallback>
            <p:pic>
              <p:nvPicPr>
                <p:cNvPr id="11284" name="Ink 11283">
                  <a:extLst>
                    <a:ext uri="{FF2B5EF4-FFF2-40B4-BE49-F238E27FC236}">
                      <a16:creationId xmlns:a16="http://schemas.microsoft.com/office/drawing/2014/main" id="{85DA6501-5391-019F-E3F7-34CEDF87D12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197410" y="1035193"/>
                  <a:ext cx="784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1285" name="Ink 11284">
                  <a:extLst>
                    <a:ext uri="{FF2B5EF4-FFF2-40B4-BE49-F238E27FC236}">
                      <a16:creationId xmlns:a16="http://schemas.microsoft.com/office/drawing/2014/main" id="{BA23628A-C221-65B2-5623-2EA228F48FC8}"/>
                    </a:ext>
                  </a:extLst>
                </p14:cNvPr>
                <p14:cNvContentPartPr/>
                <p14:nvPr/>
              </p14:nvContentPartPr>
              <p14:xfrm>
                <a:off x="7259690" y="1174153"/>
                <a:ext cx="97200" cy="82080"/>
              </p14:xfrm>
            </p:contentPart>
          </mc:Choice>
          <mc:Fallback>
            <p:pic>
              <p:nvPicPr>
                <p:cNvPr id="11285" name="Ink 11284">
                  <a:extLst>
                    <a:ext uri="{FF2B5EF4-FFF2-40B4-BE49-F238E27FC236}">
                      <a16:creationId xmlns:a16="http://schemas.microsoft.com/office/drawing/2014/main" id="{BA23628A-C221-65B2-5623-2EA228F48FC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50690" y="1165153"/>
                  <a:ext cx="1148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1" name="Ink 11285">
                  <a:extLst>
                    <a:ext uri="{FF2B5EF4-FFF2-40B4-BE49-F238E27FC236}">
                      <a16:creationId xmlns:a16="http://schemas.microsoft.com/office/drawing/2014/main" id="{E11FBC87-641B-9E96-572C-949CD40BB985}"/>
                    </a:ext>
                  </a:extLst>
                </p14:cNvPr>
                <p14:cNvContentPartPr/>
                <p14:nvPr/>
              </p14:nvContentPartPr>
              <p14:xfrm>
                <a:off x="7408010" y="1167673"/>
                <a:ext cx="92160" cy="72360"/>
              </p14:xfrm>
            </p:contentPart>
          </mc:Choice>
          <mc:Fallback>
            <p:pic>
              <p:nvPicPr>
                <p:cNvPr id="21" name="Ink 11285">
                  <a:extLst>
                    <a:ext uri="{FF2B5EF4-FFF2-40B4-BE49-F238E27FC236}">
                      <a16:creationId xmlns:a16="http://schemas.microsoft.com/office/drawing/2014/main" id="{E11FBC87-641B-9E96-572C-949CD40BB98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399010" y="1158673"/>
                  <a:ext cx="1098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1287" name="Ink 11286">
                  <a:extLst>
                    <a:ext uri="{FF2B5EF4-FFF2-40B4-BE49-F238E27FC236}">
                      <a16:creationId xmlns:a16="http://schemas.microsoft.com/office/drawing/2014/main" id="{931176FA-5140-6DC7-4C2A-349CE4256A28}"/>
                    </a:ext>
                  </a:extLst>
                </p14:cNvPr>
                <p14:cNvContentPartPr/>
                <p14:nvPr/>
              </p14:nvContentPartPr>
              <p14:xfrm>
                <a:off x="7562090" y="1007833"/>
                <a:ext cx="312120" cy="240840"/>
              </p14:xfrm>
            </p:contentPart>
          </mc:Choice>
          <mc:Fallback>
            <p:pic>
              <p:nvPicPr>
                <p:cNvPr id="11287" name="Ink 11286">
                  <a:extLst>
                    <a:ext uri="{FF2B5EF4-FFF2-40B4-BE49-F238E27FC236}">
                      <a16:creationId xmlns:a16="http://schemas.microsoft.com/office/drawing/2014/main" id="{931176FA-5140-6DC7-4C2A-349CE4256A2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553080" y="998820"/>
                  <a:ext cx="329780" cy="2585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36" name="Ink 11287">
                  <a:extLst>
                    <a:ext uri="{FF2B5EF4-FFF2-40B4-BE49-F238E27FC236}">
                      <a16:creationId xmlns:a16="http://schemas.microsoft.com/office/drawing/2014/main" id="{0537E02D-F4C3-F6AD-48DC-AF5BF0E72077}"/>
                    </a:ext>
                  </a:extLst>
                </p14:cNvPr>
                <p14:cNvContentPartPr/>
                <p14:nvPr/>
              </p14:nvContentPartPr>
              <p14:xfrm>
                <a:off x="7979690" y="1002433"/>
                <a:ext cx="103680" cy="307080"/>
              </p14:xfrm>
            </p:contentPart>
          </mc:Choice>
          <mc:Fallback>
            <p:pic>
              <p:nvPicPr>
                <p:cNvPr id="36" name="Ink 11287">
                  <a:extLst>
                    <a:ext uri="{FF2B5EF4-FFF2-40B4-BE49-F238E27FC236}">
                      <a16:creationId xmlns:a16="http://schemas.microsoft.com/office/drawing/2014/main" id="{0537E02D-F4C3-F6AD-48DC-AF5BF0E7207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970690" y="993444"/>
                  <a:ext cx="121320" cy="3246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37" name="Ink 11288">
                  <a:extLst>
                    <a:ext uri="{FF2B5EF4-FFF2-40B4-BE49-F238E27FC236}">
                      <a16:creationId xmlns:a16="http://schemas.microsoft.com/office/drawing/2014/main" id="{4C62B6E8-B7E3-62CF-D797-E05CBBA7D2B8}"/>
                    </a:ext>
                  </a:extLst>
                </p14:cNvPr>
                <p14:cNvContentPartPr/>
                <p14:nvPr/>
              </p14:nvContentPartPr>
              <p14:xfrm>
                <a:off x="8137730" y="1121593"/>
                <a:ext cx="63720" cy="141120"/>
              </p14:xfrm>
            </p:contentPart>
          </mc:Choice>
          <mc:Fallback>
            <p:pic>
              <p:nvPicPr>
                <p:cNvPr id="37" name="Ink 11288">
                  <a:extLst>
                    <a:ext uri="{FF2B5EF4-FFF2-40B4-BE49-F238E27FC236}">
                      <a16:creationId xmlns:a16="http://schemas.microsoft.com/office/drawing/2014/main" id="{4C62B6E8-B7E3-62CF-D797-E05CBBA7D2B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128730" y="1112593"/>
                  <a:ext cx="813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8" name="Ink 11289">
                  <a:extLst>
                    <a:ext uri="{FF2B5EF4-FFF2-40B4-BE49-F238E27FC236}">
                      <a16:creationId xmlns:a16="http://schemas.microsoft.com/office/drawing/2014/main" id="{4716C020-4BE6-041D-3875-2F178A741D59}"/>
                    </a:ext>
                  </a:extLst>
                </p14:cNvPr>
                <p14:cNvContentPartPr/>
                <p14:nvPr/>
              </p14:nvContentPartPr>
              <p14:xfrm>
                <a:off x="8228090" y="1045633"/>
                <a:ext cx="152280" cy="425520"/>
              </p14:xfrm>
            </p:contentPart>
          </mc:Choice>
          <mc:Fallback>
            <p:pic>
              <p:nvPicPr>
                <p:cNvPr id="38" name="Ink 11289">
                  <a:extLst>
                    <a:ext uri="{FF2B5EF4-FFF2-40B4-BE49-F238E27FC236}">
                      <a16:creationId xmlns:a16="http://schemas.microsoft.com/office/drawing/2014/main" id="{4716C020-4BE6-041D-3875-2F178A741D5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219090" y="1036641"/>
                  <a:ext cx="169920" cy="44314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82" name="Group 11308">
            <a:extLst>
              <a:ext uri="{FF2B5EF4-FFF2-40B4-BE49-F238E27FC236}">
                <a16:creationId xmlns:a16="http://schemas.microsoft.com/office/drawing/2014/main" id="{CF7643FA-CC29-B07A-256C-5C0073435274}"/>
              </a:ext>
            </a:extLst>
          </p:cNvPr>
          <p:cNvGrpSpPr>
            <a:grpSpLocks/>
          </p:cNvGrpSpPr>
          <p:nvPr/>
        </p:nvGrpSpPr>
        <p:grpSpPr bwMode="auto">
          <a:xfrm>
            <a:off x="1952625" y="776288"/>
            <a:ext cx="2941638" cy="919162"/>
            <a:chOff x="427970" y="776353"/>
            <a:chExt cx="2942640" cy="91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316883F-8DED-A923-893E-97EBC091DF1A}"/>
                    </a:ext>
                  </a:extLst>
                </p14:cNvPr>
                <p14:cNvContentPartPr/>
                <p14:nvPr/>
              </p14:nvContentPartPr>
              <p14:xfrm>
                <a:off x="453890" y="1033753"/>
                <a:ext cx="360" cy="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316883F-8DED-A923-893E-97EBC091DF1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4890" y="10247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B802636-2A51-2A24-6D76-BB8F562A454E}"/>
                    </a:ext>
                  </a:extLst>
                </p14:cNvPr>
                <p14:cNvContentPartPr/>
                <p14:nvPr/>
              </p14:nvContentPartPr>
              <p14:xfrm>
                <a:off x="427970" y="1020433"/>
                <a:ext cx="36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B802636-2A51-2A24-6D76-BB8F562A454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8970" y="10114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4CD271F-D38F-780E-CCEF-80467BD4EE86}"/>
                    </a:ext>
                  </a:extLst>
                </p14:cNvPr>
                <p14:cNvContentPartPr/>
                <p14:nvPr/>
              </p14:nvContentPartPr>
              <p14:xfrm>
                <a:off x="446330" y="989833"/>
                <a:ext cx="142560" cy="10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4CD271F-D38F-780E-CCEF-80467BD4EE8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37330" y="980833"/>
                  <a:ext cx="1602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2488578-38ED-CC6B-8F78-ABA0334C06A9}"/>
                    </a:ext>
                  </a:extLst>
                </p14:cNvPr>
                <p14:cNvContentPartPr/>
                <p14:nvPr/>
              </p14:nvContentPartPr>
              <p14:xfrm>
                <a:off x="530210" y="1014673"/>
                <a:ext cx="24120" cy="128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2488578-38ED-CC6B-8F78-ABA0334C06A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21210" y="1005673"/>
                  <a:ext cx="417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F806CF6-464F-9224-A00F-EAAD5306D4A8}"/>
                    </a:ext>
                  </a:extLst>
                </p14:cNvPr>
                <p14:cNvContentPartPr/>
                <p14:nvPr/>
              </p14:nvContentPartPr>
              <p14:xfrm>
                <a:off x="591770" y="961393"/>
                <a:ext cx="158760" cy="187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F806CF6-464F-9224-A00F-EAAD5306D4A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82770" y="952393"/>
                  <a:ext cx="1764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3B22F03-3E20-FC29-B179-A12804BF41CA}"/>
                    </a:ext>
                  </a:extLst>
                </p14:cNvPr>
                <p14:cNvContentPartPr/>
                <p14:nvPr/>
              </p14:nvContentPartPr>
              <p14:xfrm>
                <a:off x="819290" y="1036633"/>
                <a:ext cx="17280" cy="102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3B22F03-3E20-FC29-B179-A12804BF41C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10290" y="1027665"/>
                  <a:ext cx="34920" cy="1198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FBE0C5F-9ADF-5F42-C707-CA55084591D7}"/>
                    </a:ext>
                  </a:extLst>
                </p14:cNvPr>
                <p14:cNvContentPartPr/>
                <p14:nvPr/>
              </p14:nvContentPartPr>
              <p14:xfrm>
                <a:off x="820010" y="904153"/>
                <a:ext cx="12960" cy="4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FBE0C5F-9ADF-5F42-C707-CA55084591D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11010" y="895153"/>
                  <a:ext cx="306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A425A7C-0C5C-B4AD-4ABA-9B6CE5A55666}"/>
                    </a:ext>
                  </a:extLst>
                </p14:cNvPr>
                <p14:cNvContentPartPr/>
                <p14:nvPr/>
              </p14:nvContentPartPr>
              <p14:xfrm>
                <a:off x="908570" y="1004953"/>
                <a:ext cx="88200" cy="137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A425A7C-0C5C-B4AD-4ABA-9B6CE5A5566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99570" y="995976"/>
                  <a:ext cx="105840" cy="1554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35BCB1F-DDCB-76A3-8332-F943A0A4E0F5}"/>
                    </a:ext>
                  </a:extLst>
                </p14:cNvPr>
                <p14:cNvContentPartPr/>
                <p14:nvPr/>
              </p14:nvContentPartPr>
              <p14:xfrm>
                <a:off x="1271090" y="1011433"/>
                <a:ext cx="27720" cy="96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35BCB1F-DDCB-76A3-8332-F943A0A4E0F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262090" y="1002433"/>
                  <a:ext cx="453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6E25F5D-A6A9-2A1D-5701-CB2676BDD505}"/>
                    </a:ext>
                  </a:extLst>
                </p14:cNvPr>
                <p14:cNvContentPartPr/>
                <p14:nvPr/>
              </p14:nvContentPartPr>
              <p14:xfrm>
                <a:off x="1271810" y="924313"/>
                <a:ext cx="36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6E25F5D-A6A9-2A1D-5701-CB2676BDD50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262810" y="91531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24572B5-F4B4-80A0-F662-CFE933B7BD0A}"/>
                    </a:ext>
                  </a:extLst>
                </p14:cNvPr>
                <p14:cNvContentPartPr/>
                <p14:nvPr/>
              </p14:nvContentPartPr>
              <p14:xfrm>
                <a:off x="1367930" y="975073"/>
                <a:ext cx="70920" cy="140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24572B5-F4B4-80A0-F662-CFE933B7BD0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58930" y="966073"/>
                  <a:ext cx="885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85BE9E1-8FEC-BA8C-B02F-464B2DB73861}"/>
                    </a:ext>
                  </a:extLst>
                </p14:cNvPr>
                <p14:cNvContentPartPr/>
                <p14:nvPr/>
              </p14:nvContentPartPr>
              <p14:xfrm>
                <a:off x="1685450" y="876073"/>
                <a:ext cx="28440" cy="244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85BE9E1-8FEC-BA8C-B02F-464B2DB7386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676450" y="867073"/>
                  <a:ext cx="460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A8E9CFB-4B4F-B3F3-D790-DEFAD28A2DFE}"/>
                    </a:ext>
                  </a:extLst>
                </p14:cNvPr>
                <p14:cNvContentPartPr/>
                <p14:nvPr/>
              </p14:nvContentPartPr>
              <p14:xfrm>
                <a:off x="1754210" y="875353"/>
                <a:ext cx="345600" cy="235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A8E9CFB-4B4F-B3F3-D790-DEFAD28A2DF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45210" y="866353"/>
                  <a:ext cx="3632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357E445-FCFF-4F02-DF7C-B10216AB9ACE}"/>
                    </a:ext>
                  </a:extLst>
                </p14:cNvPr>
                <p14:cNvContentPartPr/>
                <p14:nvPr/>
              </p14:nvContentPartPr>
              <p14:xfrm>
                <a:off x="1687250" y="958513"/>
                <a:ext cx="146160" cy="12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357E445-FCFF-4F02-DF7C-B10216AB9AC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678250" y="949513"/>
                  <a:ext cx="1638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AD32D95-BD8A-2EDE-8686-7087C4D2FF89}"/>
                    </a:ext>
                  </a:extLst>
                </p14:cNvPr>
                <p14:cNvContentPartPr/>
                <p14:nvPr/>
              </p14:nvContentPartPr>
              <p14:xfrm>
                <a:off x="2296010" y="936553"/>
                <a:ext cx="141840" cy="116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AD32D95-BD8A-2EDE-8686-7087C4D2FF8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287010" y="927553"/>
                  <a:ext cx="159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C54339C-63B0-F57C-CE4F-97106842ACF7}"/>
                    </a:ext>
                  </a:extLst>
                </p14:cNvPr>
                <p14:cNvContentPartPr/>
                <p14:nvPr/>
              </p14:nvContentPartPr>
              <p14:xfrm>
                <a:off x="2513810" y="908113"/>
                <a:ext cx="139680" cy="123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C54339C-63B0-F57C-CE4F-97106842ACF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504810" y="899113"/>
                  <a:ext cx="1573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A5318F0-FB56-D875-7B2C-77989A96345D}"/>
                    </a:ext>
                  </a:extLst>
                </p14:cNvPr>
                <p14:cNvContentPartPr/>
                <p14:nvPr/>
              </p14:nvContentPartPr>
              <p14:xfrm>
                <a:off x="2722610" y="776353"/>
                <a:ext cx="46440" cy="257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A5318F0-FB56-D875-7B2C-77989A96345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713610" y="767353"/>
                  <a:ext cx="640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2EA38FB-EAC7-E427-D697-C4E7180345E2}"/>
                    </a:ext>
                  </a:extLst>
                </p14:cNvPr>
                <p14:cNvContentPartPr/>
                <p14:nvPr/>
              </p14:nvContentPartPr>
              <p14:xfrm>
                <a:off x="2603450" y="934753"/>
                <a:ext cx="226440" cy="24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2EA38FB-EAC7-E427-D697-C4E7180345E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594450" y="925753"/>
                  <a:ext cx="2440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4A0055D-9E78-09B0-63B3-F5B89BCF86F8}"/>
                    </a:ext>
                  </a:extLst>
                </p14:cNvPr>
                <p14:cNvContentPartPr/>
                <p14:nvPr/>
              </p14:nvContentPartPr>
              <p14:xfrm>
                <a:off x="2884250" y="927913"/>
                <a:ext cx="198720" cy="96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4A0055D-9E78-09B0-63B3-F5B89BCF86F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875250" y="918913"/>
                  <a:ext cx="2163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1E2A73C-2C94-48FF-9E70-2C27ECD11DA5}"/>
                    </a:ext>
                  </a:extLst>
                </p14:cNvPr>
                <p14:cNvContentPartPr/>
                <p14:nvPr/>
              </p14:nvContentPartPr>
              <p14:xfrm>
                <a:off x="3117530" y="818833"/>
                <a:ext cx="253080" cy="201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1E2A73C-2C94-48FF-9E70-2C27ECD11DA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108530" y="809817"/>
                  <a:ext cx="270720" cy="2192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1292" name="Ink 11291">
                  <a:extLst>
                    <a:ext uri="{FF2B5EF4-FFF2-40B4-BE49-F238E27FC236}">
                      <a16:creationId xmlns:a16="http://schemas.microsoft.com/office/drawing/2014/main" id="{4A822375-5F09-78E7-990F-75B176C0C099}"/>
                    </a:ext>
                  </a:extLst>
                </p14:cNvPr>
                <p14:cNvContentPartPr/>
                <p14:nvPr/>
              </p14:nvContentPartPr>
              <p14:xfrm>
                <a:off x="875810" y="1385833"/>
                <a:ext cx="137880" cy="116280"/>
              </p14:xfrm>
            </p:contentPart>
          </mc:Choice>
          <mc:Fallback>
            <p:pic>
              <p:nvPicPr>
                <p:cNvPr id="11292" name="Ink 11291">
                  <a:extLst>
                    <a:ext uri="{FF2B5EF4-FFF2-40B4-BE49-F238E27FC236}">
                      <a16:creationId xmlns:a16="http://schemas.microsoft.com/office/drawing/2014/main" id="{4A822375-5F09-78E7-990F-75B176C0C09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6810" y="1376805"/>
                  <a:ext cx="155520" cy="1339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1293" name="Ink 11292">
                  <a:extLst>
                    <a:ext uri="{FF2B5EF4-FFF2-40B4-BE49-F238E27FC236}">
                      <a16:creationId xmlns:a16="http://schemas.microsoft.com/office/drawing/2014/main" id="{C662DE8F-83D9-0E1D-6DD1-11E92F439ACD}"/>
                    </a:ext>
                  </a:extLst>
                </p14:cNvPr>
                <p14:cNvContentPartPr/>
                <p14:nvPr/>
              </p14:nvContentPartPr>
              <p14:xfrm>
                <a:off x="1027010" y="1378273"/>
                <a:ext cx="75240" cy="138960"/>
              </p14:xfrm>
            </p:contentPart>
          </mc:Choice>
          <mc:Fallback>
            <p:pic>
              <p:nvPicPr>
                <p:cNvPr id="11293" name="Ink 11292">
                  <a:extLst>
                    <a:ext uri="{FF2B5EF4-FFF2-40B4-BE49-F238E27FC236}">
                      <a16:creationId xmlns:a16="http://schemas.microsoft.com/office/drawing/2014/main" id="{C662DE8F-83D9-0E1D-6DD1-11E92F439AC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18010" y="1369296"/>
                  <a:ext cx="92880" cy="1565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1294" name="Ink 11293">
                  <a:extLst>
                    <a:ext uri="{FF2B5EF4-FFF2-40B4-BE49-F238E27FC236}">
                      <a16:creationId xmlns:a16="http://schemas.microsoft.com/office/drawing/2014/main" id="{B1281749-1B9C-07F0-FA02-686F6ACD78F2}"/>
                    </a:ext>
                  </a:extLst>
                </p14:cNvPr>
                <p14:cNvContentPartPr/>
                <p14:nvPr/>
              </p14:nvContentPartPr>
              <p14:xfrm>
                <a:off x="1130330" y="1414633"/>
                <a:ext cx="37440" cy="70200"/>
              </p14:xfrm>
            </p:contentPart>
          </mc:Choice>
          <mc:Fallback>
            <p:pic>
              <p:nvPicPr>
                <p:cNvPr id="11294" name="Ink 11293">
                  <a:extLst>
                    <a:ext uri="{FF2B5EF4-FFF2-40B4-BE49-F238E27FC236}">
                      <a16:creationId xmlns:a16="http://schemas.microsoft.com/office/drawing/2014/main" id="{B1281749-1B9C-07F0-FA02-686F6ACD78F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21330" y="1405633"/>
                  <a:ext cx="550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1295" name="Ink 11294">
                  <a:extLst>
                    <a:ext uri="{FF2B5EF4-FFF2-40B4-BE49-F238E27FC236}">
                      <a16:creationId xmlns:a16="http://schemas.microsoft.com/office/drawing/2014/main" id="{AA7E963D-8108-A9AF-0F06-088CDF26980A}"/>
                    </a:ext>
                  </a:extLst>
                </p14:cNvPr>
                <p14:cNvContentPartPr/>
                <p14:nvPr/>
              </p14:nvContentPartPr>
              <p14:xfrm>
                <a:off x="1231130" y="1396273"/>
                <a:ext cx="127080" cy="69120"/>
              </p14:xfrm>
            </p:contentPart>
          </mc:Choice>
          <mc:Fallback>
            <p:pic>
              <p:nvPicPr>
                <p:cNvPr id="11295" name="Ink 11294">
                  <a:extLst>
                    <a:ext uri="{FF2B5EF4-FFF2-40B4-BE49-F238E27FC236}">
                      <a16:creationId xmlns:a16="http://schemas.microsoft.com/office/drawing/2014/main" id="{AA7E963D-8108-A9AF-0F06-088CDF26980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222130" y="1387226"/>
                  <a:ext cx="144720" cy="868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296" name="Ink 11295">
                  <a:extLst>
                    <a:ext uri="{FF2B5EF4-FFF2-40B4-BE49-F238E27FC236}">
                      <a16:creationId xmlns:a16="http://schemas.microsoft.com/office/drawing/2014/main" id="{3A5B3B8D-D879-DCA7-4B50-C93C43DB4B18}"/>
                    </a:ext>
                  </a:extLst>
                </p14:cNvPr>
                <p14:cNvContentPartPr/>
                <p14:nvPr/>
              </p14:nvContentPartPr>
              <p14:xfrm>
                <a:off x="1409330" y="1380433"/>
                <a:ext cx="157680" cy="315720"/>
              </p14:xfrm>
            </p:contentPart>
          </mc:Choice>
          <mc:Fallback>
            <p:pic>
              <p:nvPicPr>
                <p:cNvPr id="11296" name="Ink 11295">
                  <a:extLst>
                    <a:ext uri="{FF2B5EF4-FFF2-40B4-BE49-F238E27FC236}">
                      <a16:creationId xmlns:a16="http://schemas.microsoft.com/office/drawing/2014/main" id="{3A5B3B8D-D879-DCA7-4B50-C93C43DB4B1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400330" y="1371433"/>
                  <a:ext cx="17532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298" name="Ink 11297">
                  <a:extLst>
                    <a:ext uri="{FF2B5EF4-FFF2-40B4-BE49-F238E27FC236}">
                      <a16:creationId xmlns:a16="http://schemas.microsoft.com/office/drawing/2014/main" id="{9648A6F3-6513-FA2B-B0AB-56D42F05C061}"/>
                    </a:ext>
                  </a:extLst>
                </p14:cNvPr>
                <p14:cNvContentPartPr/>
                <p14:nvPr/>
              </p14:nvContentPartPr>
              <p14:xfrm>
                <a:off x="1719290" y="1340473"/>
                <a:ext cx="15120" cy="138240"/>
              </p14:xfrm>
            </p:contentPart>
          </mc:Choice>
          <mc:Fallback>
            <p:pic>
              <p:nvPicPr>
                <p:cNvPr id="11298" name="Ink 11297">
                  <a:extLst>
                    <a:ext uri="{FF2B5EF4-FFF2-40B4-BE49-F238E27FC236}">
                      <a16:creationId xmlns:a16="http://schemas.microsoft.com/office/drawing/2014/main" id="{9648A6F3-6513-FA2B-B0AB-56D42F05C06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710070" y="1331473"/>
                  <a:ext cx="3319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299" name="Ink 11298">
                  <a:extLst>
                    <a:ext uri="{FF2B5EF4-FFF2-40B4-BE49-F238E27FC236}">
                      <a16:creationId xmlns:a16="http://schemas.microsoft.com/office/drawing/2014/main" id="{D1BC59CA-BB6E-FD17-DDFA-A58D3E81E24D}"/>
                    </a:ext>
                  </a:extLst>
                </p14:cNvPr>
                <p14:cNvContentPartPr/>
                <p14:nvPr/>
              </p14:nvContentPartPr>
              <p14:xfrm>
                <a:off x="1731170" y="1326793"/>
                <a:ext cx="131400" cy="126360"/>
              </p14:xfrm>
            </p:contentPart>
          </mc:Choice>
          <mc:Fallback>
            <p:pic>
              <p:nvPicPr>
                <p:cNvPr id="11299" name="Ink 11298">
                  <a:extLst>
                    <a:ext uri="{FF2B5EF4-FFF2-40B4-BE49-F238E27FC236}">
                      <a16:creationId xmlns:a16="http://schemas.microsoft.com/office/drawing/2014/main" id="{D1BC59CA-BB6E-FD17-DDFA-A58D3E81E24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722170" y="1317793"/>
                  <a:ext cx="1490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300" name="Ink 11299">
                  <a:extLst>
                    <a:ext uri="{FF2B5EF4-FFF2-40B4-BE49-F238E27FC236}">
                      <a16:creationId xmlns:a16="http://schemas.microsoft.com/office/drawing/2014/main" id="{0178449C-7C67-3D4D-9395-2A244616F5A0}"/>
                    </a:ext>
                  </a:extLst>
                </p14:cNvPr>
                <p14:cNvContentPartPr/>
                <p14:nvPr/>
              </p14:nvContentPartPr>
              <p14:xfrm>
                <a:off x="1911890" y="1295473"/>
                <a:ext cx="90720" cy="144360"/>
              </p14:xfrm>
            </p:contentPart>
          </mc:Choice>
          <mc:Fallback>
            <p:pic>
              <p:nvPicPr>
                <p:cNvPr id="11300" name="Ink 11299">
                  <a:extLst>
                    <a:ext uri="{FF2B5EF4-FFF2-40B4-BE49-F238E27FC236}">
                      <a16:creationId xmlns:a16="http://schemas.microsoft.com/office/drawing/2014/main" id="{0178449C-7C67-3D4D-9395-2A244616F5A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902926" y="1286473"/>
                  <a:ext cx="10829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301" name="Ink 11300">
                  <a:extLst>
                    <a:ext uri="{FF2B5EF4-FFF2-40B4-BE49-F238E27FC236}">
                      <a16:creationId xmlns:a16="http://schemas.microsoft.com/office/drawing/2014/main" id="{E513A9DD-BFEC-52CA-9DD1-3539C33172DC}"/>
                    </a:ext>
                  </a:extLst>
                </p14:cNvPr>
                <p14:cNvContentPartPr/>
                <p14:nvPr/>
              </p14:nvContentPartPr>
              <p14:xfrm>
                <a:off x="1953650" y="1369273"/>
                <a:ext cx="36000" cy="27720"/>
              </p14:xfrm>
            </p:contentPart>
          </mc:Choice>
          <mc:Fallback>
            <p:pic>
              <p:nvPicPr>
                <p:cNvPr id="11301" name="Ink 11300">
                  <a:extLst>
                    <a:ext uri="{FF2B5EF4-FFF2-40B4-BE49-F238E27FC236}">
                      <a16:creationId xmlns:a16="http://schemas.microsoft.com/office/drawing/2014/main" id="{E513A9DD-BFEC-52CA-9DD1-3539C33172D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944650" y="1360273"/>
                  <a:ext cx="536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302" name="Ink 11301">
                  <a:extLst>
                    <a:ext uri="{FF2B5EF4-FFF2-40B4-BE49-F238E27FC236}">
                      <a16:creationId xmlns:a16="http://schemas.microsoft.com/office/drawing/2014/main" id="{CC51CD58-427A-5ABF-A8AA-42841EE65871}"/>
                    </a:ext>
                  </a:extLst>
                </p14:cNvPr>
                <p14:cNvContentPartPr/>
                <p14:nvPr/>
              </p14:nvContentPartPr>
              <p14:xfrm>
                <a:off x="2077850" y="1274953"/>
                <a:ext cx="89640" cy="145440"/>
              </p14:xfrm>
            </p:contentPart>
          </mc:Choice>
          <mc:Fallback>
            <p:pic>
              <p:nvPicPr>
                <p:cNvPr id="11302" name="Ink 11301">
                  <a:extLst>
                    <a:ext uri="{FF2B5EF4-FFF2-40B4-BE49-F238E27FC236}">
                      <a16:creationId xmlns:a16="http://schemas.microsoft.com/office/drawing/2014/main" id="{CC51CD58-427A-5ABF-A8AA-42841EE6587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068850" y="1265953"/>
                  <a:ext cx="107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303" name="Ink 11302">
                  <a:extLst>
                    <a:ext uri="{FF2B5EF4-FFF2-40B4-BE49-F238E27FC236}">
                      <a16:creationId xmlns:a16="http://schemas.microsoft.com/office/drawing/2014/main" id="{26C8AEAF-E9AA-5B15-99D5-07C5CC5C4B7A}"/>
                    </a:ext>
                  </a:extLst>
                </p14:cNvPr>
                <p14:cNvContentPartPr/>
                <p14:nvPr/>
              </p14:nvContentPartPr>
              <p14:xfrm>
                <a:off x="2215010" y="1259833"/>
                <a:ext cx="3960" cy="20520"/>
              </p14:xfrm>
            </p:contentPart>
          </mc:Choice>
          <mc:Fallback>
            <p:pic>
              <p:nvPicPr>
                <p:cNvPr id="11303" name="Ink 11302">
                  <a:extLst>
                    <a:ext uri="{FF2B5EF4-FFF2-40B4-BE49-F238E27FC236}">
                      <a16:creationId xmlns:a16="http://schemas.microsoft.com/office/drawing/2014/main" id="{26C8AEAF-E9AA-5B15-99D5-07C5CC5C4B7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205110" y="1250833"/>
                  <a:ext cx="23364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304" name="Ink 11303">
                  <a:extLst>
                    <a:ext uri="{FF2B5EF4-FFF2-40B4-BE49-F238E27FC236}">
                      <a16:creationId xmlns:a16="http://schemas.microsoft.com/office/drawing/2014/main" id="{BC22EB5D-EC92-BFF0-FC85-FE543FFCE834}"/>
                    </a:ext>
                  </a:extLst>
                </p14:cNvPr>
                <p14:cNvContentPartPr/>
                <p14:nvPr/>
              </p14:nvContentPartPr>
              <p14:xfrm>
                <a:off x="2010890" y="1255513"/>
                <a:ext cx="118800" cy="30960"/>
              </p14:xfrm>
            </p:contentPart>
          </mc:Choice>
          <mc:Fallback>
            <p:pic>
              <p:nvPicPr>
                <p:cNvPr id="11304" name="Ink 11303">
                  <a:extLst>
                    <a:ext uri="{FF2B5EF4-FFF2-40B4-BE49-F238E27FC236}">
                      <a16:creationId xmlns:a16="http://schemas.microsoft.com/office/drawing/2014/main" id="{BC22EB5D-EC92-BFF0-FC85-FE543FFCE83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001890" y="1246616"/>
                  <a:ext cx="136440" cy="483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305" name="Ink 11304">
                  <a:extLst>
                    <a:ext uri="{FF2B5EF4-FFF2-40B4-BE49-F238E27FC236}">
                      <a16:creationId xmlns:a16="http://schemas.microsoft.com/office/drawing/2014/main" id="{23E29BA8-DE71-5999-16D9-096B55A4AA44}"/>
                    </a:ext>
                  </a:extLst>
                </p14:cNvPr>
                <p14:cNvContentPartPr/>
                <p14:nvPr/>
              </p14:nvContentPartPr>
              <p14:xfrm>
                <a:off x="2154530" y="1228153"/>
                <a:ext cx="72720" cy="137160"/>
              </p14:xfrm>
            </p:contentPart>
          </mc:Choice>
          <mc:Fallback>
            <p:pic>
              <p:nvPicPr>
                <p:cNvPr id="11305" name="Ink 11304">
                  <a:extLst>
                    <a:ext uri="{FF2B5EF4-FFF2-40B4-BE49-F238E27FC236}">
                      <a16:creationId xmlns:a16="http://schemas.microsoft.com/office/drawing/2014/main" id="{23E29BA8-DE71-5999-16D9-096B55A4AA4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145574" y="1219153"/>
                  <a:ext cx="90273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306" name="Ink 11305">
                  <a:extLst>
                    <a:ext uri="{FF2B5EF4-FFF2-40B4-BE49-F238E27FC236}">
                      <a16:creationId xmlns:a16="http://schemas.microsoft.com/office/drawing/2014/main" id="{679833D2-9E36-B362-E566-41A68054A09A}"/>
                    </a:ext>
                  </a:extLst>
                </p14:cNvPr>
                <p14:cNvContentPartPr/>
                <p14:nvPr/>
              </p14:nvContentPartPr>
              <p14:xfrm>
                <a:off x="2253530" y="1238233"/>
                <a:ext cx="105120" cy="101520"/>
              </p14:xfrm>
            </p:contentPart>
          </mc:Choice>
          <mc:Fallback>
            <p:pic>
              <p:nvPicPr>
                <p:cNvPr id="11306" name="Ink 11305">
                  <a:extLst>
                    <a:ext uri="{FF2B5EF4-FFF2-40B4-BE49-F238E27FC236}">
                      <a16:creationId xmlns:a16="http://schemas.microsoft.com/office/drawing/2014/main" id="{679833D2-9E36-B362-E566-41A68054A09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244530" y="1229233"/>
                  <a:ext cx="1227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307" name="Ink 11306">
                  <a:extLst>
                    <a:ext uri="{FF2B5EF4-FFF2-40B4-BE49-F238E27FC236}">
                      <a16:creationId xmlns:a16="http://schemas.microsoft.com/office/drawing/2014/main" id="{8CCC8859-F89F-CDF8-6F9B-9317C897755C}"/>
                    </a:ext>
                  </a:extLst>
                </p14:cNvPr>
                <p14:cNvContentPartPr/>
                <p14:nvPr/>
              </p14:nvContentPartPr>
              <p14:xfrm>
                <a:off x="2238050" y="1283233"/>
                <a:ext cx="97920" cy="54720"/>
              </p14:xfrm>
            </p:contentPart>
          </mc:Choice>
          <mc:Fallback>
            <p:pic>
              <p:nvPicPr>
                <p:cNvPr id="11307" name="Ink 11306">
                  <a:extLst>
                    <a:ext uri="{FF2B5EF4-FFF2-40B4-BE49-F238E27FC236}">
                      <a16:creationId xmlns:a16="http://schemas.microsoft.com/office/drawing/2014/main" id="{8CCC8859-F89F-CDF8-6F9B-9317C897755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229050" y="1274233"/>
                  <a:ext cx="1155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308" name="Ink 11307">
                  <a:extLst>
                    <a:ext uri="{FF2B5EF4-FFF2-40B4-BE49-F238E27FC236}">
                      <a16:creationId xmlns:a16="http://schemas.microsoft.com/office/drawing/2014/main" id="{53E1ADB1-178F-F4B7-2EEC-4787CE59BC5F}"/>
                    </a:ext>
                  </a:extLst>
                </p14:cNvPr>
                <p14:cNvContentPartPr/>
                <p14:nvPr/>
              </p14:nvContentPartPr>
              <p14:xfrm>
                <a:off x="2420210" y="1174153"/>
                <a:ext cx="119520" cy="174960"/>
              </p14:xfrm>
            </p:contentPart>
          </mc:Choice>
          <mc:Fallback>
            <p:pic>
              <p:nvPicPr>
                <p:cNvPr id="11308" name="Ink 11307">
                  <a:extLst>
                    <a:ext uri="{FF2B5EF4-FFF2-40B4-BE49-F238E27FC236}">
                      <a16:creationId xmlns:a16="http://schemas.microsoft.com/office/drawing/2014/main" id="{53E1ADB1-178F-F4B7-2EEC-4787CE59BC5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411183" y="1165153"/>
                  <a:ext cx="137213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83" name="Group 11315">
            <a:extLst>
              <a:ext uri="{FF2B5EF4-FFF2-40B4-BE49-F238E27FC236}">
                <a16:creationId xmlns:a16="http://schemas.microsoft.com/office/drawing/2014/main" id="{FF99E23A-B983-8FE4-E47F-EA7982746306}"/>
              </a:ext>
            </a:extLst>
          </p:cNvPr>
          <p:cNvGrpSpPr>
            <a:grpSpLocks/>
          </p:cNvGrpSpPr>
          <p:nvPr/>
        </p:nvGrpSpPr>
        <p:grpSpPr bwMode="auto">
          <a:xfrm>
            <a:off x="1787525" y="4070351"/>
            <a:ext cx="738188" cy="219075"/>
            <a:chOff x="263450" y="4070353"/>
            <a:chExt cx="738000" cy="21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310" name="Ink 11309">
                  <a:extLst>
                    <a:ext uri="{FF2B5EF4-FFF2-40B4-BE49-F238E27FC236}">
                      <a16:creationId xmlns:a16="http://schemas.microsoft.com/office/drawing/2014/main" id="{B62C93EF-C9C8-6E59-6F82-0DA489C04A51}"/>
                    </a:ext>
                  </a:extLst>
                </p14:cNvPr>
                <p14:cNvContentPartPr/>
                <p14:nvPr/>
              </p14:nvContentPartPr>
              <p14:xfrm>
                <a:off x="263450" y="4108153"/>
                <a:ext cx="34560" cy="180720"/>
              </p14:xfrm>
            </p:contentPart>
          </mc:Choice>
          <mc:Fallback>
            <p:pic>
              <p:nvPicPr>
                <p:cNvPr id="11310" name="Ink 11309">
                  <a:extLst>
                    <a:ext uri="{FF2B5EF4-FFF2-40B4-BE49-F238E27FC236}">
                      <a16:creationId xmlns:a16="http://schemas.microsoft.com/office/drawing/2014/main" id="{B62C93EF-C9C8-6E59-6F82-0DA489C04A5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54450" y="4099153"/>
                  <a:ext cx="522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311" name="Ink 11310">
                  <a:extLst>
                    <a:ext uri="{FF2B5EF4-FFF2-40B4-BE49-F238E27FC236}">
                      <a16:creationId xmlns:a16="http://schemas.microsoft.com/office/drawing/2014/main" id="{FAA85BA5-82C8-8F6B-FA45-1648CC3632A2}"/>
                    </a:ext>
                  </a:extLst>
                </p14:cNvPr>
                <p14:cNvContentPartPr/>
                <p14:nvPr/>
              </p14:nvContentPartPr>
              <p14:xfrm>
                <a:off x="275330" y="4092673"/>
                <a:ext cx="113400" cy="93960"/>
              </p14:xfrm>
            </p:contentPart>
          </mc:Choice>
          <mc:Fallback>
            <p:pic>
              <p:nvPicPr>
                <p:cNvPr id="11311" name="Ink 11310">
                  <a:extLst>
                    <a:ext uri="{FF2B5EF4-FFF2-40B4-BE49-F238E27FC236}">
                      <a16:creationId xmlns:a16="http://schemas.microsoft.com/office/drawing/2014/main" id="{FAA85BA5-82C8-8F6B-FA45-1648CC3632A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66330" y="4083673"/>
                  <a:ext cx="1310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312" name="Ink 11311">
                  <a:extLst>
                    <a:ext uri="{FF2B5EF4-FFF2-40B4-BE49-F238E27FC236}">
                      <a16:creationId xmlns:a16="http://schemas.microsoft.com/office/drawing/2014/main" id="{9C074F1B-C5E0-27A3-2B5C-03B585267DEC}"/>
                    </a:ext>
                  </a:extLst>
                </p14:cNvPr>
                <p14:cNvContentPartPr/>
                <p14:nvPr/>
              </p14:nvContentPartPr>
              <p14:xfrm>
                <a:off x="444890" y="4070353"/>
                <a:ext cx="93240" cy="188280"/>
              </p14:xfrm>
            </p:contentPart>
          </mc:Choice>
          <mc:Fallback>
            <p:pic>
              <p:nvPicPr>
                <p:cNvPr id="11312" name="Ink 11311">
                  <a:extLst>
                    <a:ext uri="{FF2B5EF4-FFF2-40B4-BE49-F238E27FC236}">
                      <a16:creationId xmlns:a16="http://schemas.microsoft.com/office/drawing/2014/main" id="{9C074F1B-C5E0-27A3-2B5C-03B585267DE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35890" y="4061353"/>
                  <a:ext cx="1108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313" name="Ink 11312">
                  <a:extLst>
                    <a:ext uri="{FF2B5EF4-FFF2-40B4-BE49-F238E27FC236}">
                      <a16:creationId xmlns:a16="http://schemas.microsoft.com/office/drawing/2014/main" id="{146D9FE7-8BB9-6EED-7891-B7B6F4566206}"/>
                    </a:ext>
                  </a:extLst>
                </p14:cNvPr>
                <p14:cNvContentPartPr/>
                <p14:nvPr/>
              </p14:nvContentPartPr>
              <p14:xfrm>
                <a:off x="583850" y="4147033"/>
                <a:ext cx="110880" cy="134640"/>
              </p14:xfrm>
            </p:contentPart>
          </mc:Choice>
          <mc:Fallback>
            <p:pic>
              <p:nvPicPr>
                <p:cNvPr id="11313" name="Ink 11312">
                  <a:extLst>
                    <a:ext uri="{FF2B5EF4-FFF2-40B4-BE49-F238E27FC236}">
                      <a16:creationId xmlns:a16="http://schemas.microsoft.com/office/drawing/2014/main" id="{146D9FE7-8BB9-6EED-7891-B7B6F456620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74850" y="4138057"/>
                  <a:ext cx="128520" cy="1522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314" name="Ink 11313">
                  <a:extLst>
                    <a:ext uri="{FF2B5EF4-FFF2-40B4-BE49-F238E27FC236}">
                      <a16:creationId xmlns:a16="http://schemas.microsoft.com/office/drawing/2014/main" id="{AA31E6CD-5689-0F6D-52ED-748988B3FAA9}"/>
                    </a:ext>
                  </a:extLst>
                </p14:cNvPr>
                <p14:cNvContentPartPr/>
                <p14:nvPr/>
              </p14:nvContentPartPr>
              <p14:xfrm>
                <a:off x="753770" y="4141273"/>
                <a:ext cx="54360" cy="120600"/>
              </p14:xfrm>
            </p:contentPart>
          </mc:Choice>
          <mc:Fallback>
            <p:pic>
              <p:nvPicPr>
                <p:cNvPr id="11314" name="Ink 11313">
                  <a:extLst>
                    <a:ext uri="{FF2B5EF4-FFF2-40B4-BE49-F238E27FC236}">
                      <a16:creationId xmlns:a16="http://schemas.microsoft.com/office/drawing/2014/main" id="{AA31E6CD-5689-0F6D-52ED-748988B3FAA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44770" y="4132273"/>
                  <a:ext cx="72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315" name="Ink 11314">
                  <a:extLst>
                    <a:ext uri="{FF2B5EF4-FFF2-40B4-BE49-F238E27FC236}">
                      <a16:creationId xmlns:a16="http://schemas.microsoft.com/office/drawing/2014/main" id="{B08CE77D-4CCF-68E5-BA42-4D7E25792652}"/>
                    </a:ext>
                  </a:extLst>
                </p14:cNvPr>
                <p14:cNvContentPartPr/>
                <p14:nvPr/>
              </p14:nvContentPartPr>
              <p14:xfrm>
                <a:off x="870050" y="4141273"/>
                <a:ext cx="131400" cy="122040"/>
              </p14:xfrm>
            </p:contentPart>
          </mc:Choice>
          <mc:Fallback>
            <p:pic>
              <p:nvPicPr>
                <p:cNvPr id="11315" name="Ink 11314">
                  <a:extLst>
                    <a:ext uri="{FF2B5EF4-FFF2-40B4-BE49-F238E27FC236}">
                      <a16:creationId xmlns:a16="http://schemas.microsoft.com/office/drawing/2014/main" id="{B08CE77D-4CCF-68E5-BA42-4D7E2579265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61050" y="4132273"/>
                  <a:ext cx="149040" cy="13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317" name="Ink 11316">
                <a:extLst>
                  <a:ext uri="{FF2B5EF4-FFF2-40B4-BE49-F238E27FC236}">
                    <a16:creationId xmlns:a16="http://schemas.microsoft.com/office/drawing/2014/main" id="{99AEEF13-7238-17C7-7EFE-AE058B629844}"/>
                  </a:ext>
                </a:extLst>
              </p14:cNvPr>
              <p14:cNvContentPartPr/>
              <p14:nvPr/>
            </p14:nvContentPartPr>
            <p14:xfrm>
              <a:off x="1656410" y="4614673"/>
              <a:ext cx="24120" cy="99000"/>
            </p14:xfrm>
          </p:contentPart>
        </mc:Choice>
        <mc:Fallback>
          <p:pic>
            <p:nvPicPr>
              <p:cNvPr id="11317" name="Ink 11316">
                <a:extLst>
                  <a:ext uri="{FF2B5EF4-FFF2-40B4-BE49-F238E27FC236}">
                    <a16:creationId xmlns:a16="http://schemas.microsoft.com/office/drawing/2014/main" id="{99AEEF13-7238-17C7-7EFE-AE058B629844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647410" y="4605673"/>
                <a:ext cx="4176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318" name="Ink 11317">
                <a:extLst>
                  <a:ext uri="{FF2B5EF4-FFF2-40B4-BE49-F238E27FC236}">
                    <a16:creationId xmlns:a16="http://schemas.microsoft.com/office/drawing/2014/main" id="{372D4367-C8C2-389A-610D-EEE1D72CDFD9}"/>
                  </a:ext>
                </a:extLst>
              </p14:cNvPr>
              <p14:cNvContentPartPr/>
              <p14:nvPr/>
            </p14:nvContentPartPr>
            <p14:xfrm>
              <a:off x="1662170" y="4941913"/>
              <a:ext cx="138960" cy="109080"/>
            </p14:xfrm>
          </p:contentPart>
        </mc:Choice>
        <mc:Fallback>
          <p:pic>
            <p:nvPicPr>
              <p:cNvPr id="11318" name="Ink 11317">
                <a:extLst>
                  <a:ext uri="{FF2B5EF4-FFF2-40B4-BE49-F238E27FC236}">
                    <a16:creationId xmlns:a16="http://schemas.microsoft.com/office/drawing/2014/main" id="{372D4367-C8C2-389A-610D-EEE1D72CDFD9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653170" y="4932913"/>
                <a:ext cx="156600" cy="12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86" name="Group 11329">
            <a:extLst>
              <a:ext uri="{FF2B5EF4-FFF2-40B4-BE49-F238E27FC236}">
                <a16:creationId xmlns:a16="http://schemas.microsoft.com/office/drawing/2014/main" id="{912E7E17-7788-6FB5-7B63-6C36B36BC914}"/>
              </a:ext>
            </a:extLst>
          </p:cNvPr>
          <p:cNvGrpSpPr>
            <a:grpSpLocks/>
          </p:cNvGrpSpPr>
          <p:nvPr/>
        </p:nvGrpSpPr>
        <p:grpSpPr bwMode="auto">
          <a:xfrm>
            <a:off x="2062163" y="4621214"/>
            <a:ext cx="493712" cy="153987"/>
            <a:chOff x="538850" y="4620433"/>
            <a:chExt cx="493200" cy="15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327" name="Ink 11326">
                  <a:extLst>
                    <a:ext uri="{FF2B5EF4-FFF2-40B4-BE49-F238E27FC236}">
                      <a16:creationId xmlns:a16="http://schemas.microsoft.com/office/drawing/2014/main" id="{89399705-BEE9-C9BD-6223-B29BEFFA0B80}"/>
                    </a:ext>
                  </a:extLst>
                </p14:cNvPr>
                <p14:cNvContentPartPr/>
                <p14:nvPr/>
              </p14:nvContentPartPr>
              <p14:xfrm>
                <a:off x="538850" y="4663273"/>
                <a:ext cx="127080" cy="7560"/>
              </p14:xfrm>
            </p:contentPart>
          </mc:Choice>
          <mc:Fallback>
            <p:pic>
              <p:nvPicPr>
                <p:cNvPr id="11327" name="Ink 11326">
                  <a:extLst>
                    <a:ext uri="{FF2B5EF4-FFF2-40B4-BE49-F238E27FC236}">
                      <a16:creationId xmlns:a16="http://schemas.microsoft.com/office/drawing/2014/main" id="{89399705-BEE9-C9BD-6223-B29BEFFA0B8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29850" y="4654273"/>
                  <a:ext cx="1447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328" name="Ink 11327">
                  <a:extLst>
                    <a:ext uri="{FF2B5EF4-FFF2-40B4-BE49-F238E27FC236}">
                      <a16:creationId xmlns:a16="http://schemas.microsoft.com/office/drawing/2014/main" id="{6F3D86BE-C7AA-5E26-25B7-6D3CD6674E9E}"/>
                    </a:ext>
                  </a:extLst>
                </p14:cNvPr>
                <p14:cNvContentPartPr/>
                <p14:nvPr/>
              </p14:nvContentPartPr>
              <p14:xfrm>
                <a:off x="767810" y="4620433"/>
                <a:ext cx="76320" cy="154080"/>
              </p14:xfrm>
            </p:contentPart>
          </mc:Choice>
          <mc:Fallback>
            <p:pic>
              <p:nvPicPr>
                <p:cNvPr id="11328" name="Ink 11327">
                  <a:extLst>
                    <a:ext uri="{FF2B5EF4-FFF2-40B4-BE49-F238E27FC236}">
                      <a16:creationId xmlns:a16="http://schemas.microsoft.com/office/drawing/2014/main" id="{6F3D86BE-C7AA-5E26-25B7-6D3CD6674E9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58810" y="4611412"/>
                  <a:ext cx="93960" cy="1717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329" name="Ink 11328">
                  <a:extLst>
                    <a:ext uri="{FF2B5EF4-FFF2-40B4-BE49-F238E27FC236}">
                      <a16:creationId xmlns:a16="http://schemas.microsoft.com/office/drawing/2014/main" id="{7A601096-E2D8-C60E-3997-69DBF51F0163}"/>
                    </a:ext>
                  </a:extLst>
                </p14:cNvPr>
                <p14:cNvContentPartPr/>
                <p14:nvPr/>
              </p14:nvContentPartPr>
              <p14:xfrm>
                <a:off x="935570" y="4627993"/>
                <a:ext cx="96480" cy="146520"/>
              </p14:xfrm>
            </p:contentPart>
          </mc:Choice>
          <mc:Fallback>
            <p:pic>
              <p:nvPicPr>
                <p:cNvPr id="11329" name="Ink 11328">
                  <a:extLst>
                    <a:ext uri="{FF2B5EF4-FFF2-40B4-BE49-F238E27FC236}">
                      <a16:creationId xmlns:a16="http://schemas.microsoft.com/office/drawing/2014/main" id="{7A601096-E2D8-C60E-3997-69DBF51F016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26603" y="4618993"/>
                  <a:ext cx="114054" cy="16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1331" name="Ink 11330">
                <a:extLst>
                  <a:ext uri="{FF2B5EF4-FFF2-40B4-BE49-F238E27FC236}">
                    <a16:creationId xmlns:a16="http://schemas.microsoft.com/office/drawing/2014/main" id="{75F97D7C-0363-4771-0800-AA0192BACC67}"/>
                  </a:ext>
                </a:extLst>
              </p14:cNvPr>
              <p14:cNvContentPartPr/>
              <p14:nvPr/>
            </p14:nvContentPartPr>
            <p14:xfrm>
              <a:off x="1969970" y="4977913"/>
              <a:ext cx="82440" cy="118080"/>
            </p14:xfrm>
          </p:contentPart>
        </mc:Choice>
        <mc:Fallback>
          <p:pic>
            <p:nvPicPr>
              <p:cNvPr id="11331" name="Ink 11330">
                <a:extLst>
                  <a:ext uri="{FF2B5EF4-FFF2-40B4-BE49-F238E27FC236}">
                    <a16:creationId xmlns:a16="http://schemas.microsoft.com/office/drawing/2014/main" id="{75F97D7C-0363-4771-0800-AA0192BACC67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960970" y="4968913"/>
                <a:ext cx="100080" cy="13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88" name="Group 11346">
            <a:extLst>
              <a:ext uri="{FF2B5EF4-FFF2-40B4-BE49-F238E27FC236}">
                <a16:creationId xmlns:a16="http://schemas.microsoft.com/office/drawing/2014/main" id="{0CB60C59-6CC0-13DF-4E2A-00B5D3E8B923}"/>
              </a:ext>
            </a:extLst>
          </p:cNvPr>
          <p:cNvGrpSpPr>
            <a:grpSpLocks/>
          </p:cNvGrpSpPr>
          <p:nvPr/>
        </p:nvGrpSpPr>
        <p:grpSpPr bwMode="auto">
          <a:xfrm>
            <a:off x="2198688" y="4927600"/>
            <a:ext cx="652462" cy="196850"/>
            <a:chOff x="674930" y="4927873"/>
            <a:chExt cx="651600" cy="19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332" name="Ink 11331">
                  <a:extLst>
                    <a:ext uri="{FF2B5EF4-FFF2-40B4-BE49-F238E27FC236}">
                      <a16:creationId xmlns:a16="http://schemas.microsoft.com/office/drawing/2014/main" id="{E1771267-F3A5-77DE-BF91-4226FD787258}"/>
                    </a:ext>
                  </a:extLst>
                </p14:cNvPr>
                <p14:cNvContentPartPr/>
                <p14:nvPr/>
              </p14:nvContentPartPr>
              <p14:xfrm>
                <a:off x="674930" y="4927873"/>
                <a:ext cx="91080" cy="163440"/>
              </p14:xfrm>
            </p:contentPart>
          </mc:Choice>
          <mc:Fallback>
            <p:pic>
              <p:nvPicPr>
                <p:cNvPr id="11332" name="Ink 11331">
                  <a:extLst>
                    <a:ext uri="{FF2B5EF4-FFF2-40B4-BE49-F238E27FC236}">
                      <a16:creationId xmlns:a16="http://schemas.microsoft.com/office/drawing/2014/main" id="{E1771267-F3A5-77DE-BF91-4226FD78725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65930" y="4918873"/>
                  <a:ext cx="1087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333" name="Ink 11332">
                  <a:extLst>
                    <a:ext uri="{FF2B5EF4-FFF2-40B4-BE49-F238E27FC236}">
                      <a16:creationId xmlns:a16="http://schemas.microsoft.com/office/drawing/2014/main" id="{6B885097-0146-691A-B2AC-01EEF208DE8B}"/>
                    </a:ext>
                  </a:extLst>
                </p14:cNvPr>
                <p14:cNvContentPartPr/>
                <p14:nvPr/>
              </p14:nvContentPartPr>
              <p14:xfrm>
                <a:off x="675650" y="4993393"/>
                <a:ext cx="86040" cy="12240"/>
              </p14:xfrm>
            </p:contentPart>
          </mc:Choice>
          <mc:Fallback>
            <p:pic>
              <p:nvPicPr>
                <p:cNvPr id="11333" name="Ink 11332">
                  <a:extLst>
                    <a:ext uri="{FF2B5EF4-FFF2-40B4-BE49-F238E27FC236}">
                      <a16:creationId xmlns:a16="http://schemas.microsoft.com/office/drawing/2014/main" id="{6B885097-0146-691A-B2AC-01EEF208DE8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66650" y="4984393"/>
                  <a:ext cx="103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334" name="Ink 11333">
                  <a:extLst>
                    <a:ext uri="{FF2B5EF4-FFF2-40B4-BE49-F238E27FC236}">
                      <a16:creationId xmlns:a16="http://schemas.microsoft.com/office/drawing/2014/main" id="{124CF63E-E8D4-4911-3A18-FC1BB34F89BE}"/>
                    </a:ext>
                  </a:extLst>
                </p14:cNvPr>
                <p14:cNvContentPartPr/>
                <p14:nvPr/>
              </p14:nvContentPartPr>
              <p14:xfrm>
                <a:off x="803090" y="4992313"/>
                <a:ext cx="64440" cy="67680"/>
              </p14:xfrm>
            </p:contentPart>
          </mc:Choice>
          <mc:Fallback>
            <p:pic>
              <p:nvPicPr>
                <p:cNvPr id="11334" name="Ink 11333">
                  <a:extLst>
                    <a:ext uri="{FF2B5EF4-FFF2-40B4-BE49-F238E27FC236}">
                      <a16:creationId xmlns:a16="http://schemas.microsoft.com/office/drawing/2014/main" id="{124CF63E-E8D4-4911-3A18-FC1BB34F89B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94140" y="4983265"/>
                  <a:ext cx="81982" cy="854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335" name="Ink 11334">
                  <a:extLst>
                    <a:ext uri="{FF2B5EF4-FFF2-40B4-BE49-F238E27FC236}">
                      <a16:creationId xmlns:a16="http://schemas.microsoft.com/office/drawing/2014/main" id="{FE103157-0286-6E06-79E9-A977065EDAC8}"/>
                    </a:ext>
                  </a:extLst>
                </p14:cNvPr>
                <p14:cNvContentPartPr/>
                <p14:nvPr/>
              </p14:nvContentPartPr>
              <p14:xfrm>
                <a:off x="934850" y="4982233"/>
                <a:ext cx="72000" cy="10800"/>
              </p14:xfrm>
            </p:contentPart>
          </mc:Choice>
          <mc:Fallback>
            <p:pic>
              <p:nvPicPr>
                <p:cNvPr id="11335" name="Ink 11334">
                  <a:extLst>
                    <a:ext uri="{FF2B5EF4-FFF2-40B4-BE49-F238E27FC236}">
                      <a16:creationId xmlns:a16="http://schemas.microsoft.com/office/drawing/2014/main" id="{FE103157-0286-6E06-79E9-A977065EDAC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25850" y="4973523"/>
                  <a:ext cx="89640" cy="278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336" name="Ink 11335">
                  <a:extLst>
                    <a:ext uri="{FF2B5EF4-FFF2-40B4-BE49-F238E27FC236}">
                      <a16:creationId xmlns:a16="http://schemas.microsoft.com/office/drawing/2014/main" id="{6B499ADF-833E-74BC-58C3-76C5AB79550A}"/>
                    </a:ext>
                  </a:extLst>
                </p14:cNvPr>
                <p14:cNvContentPartPr/>
                <p14:nvPr/>
              </p14:nvContentPartPr>
              <p14:xfrm>
                <a:off x="1055090" y="4930753"/>
                <a:ext cx="91440" cy="194400"/>
              </p14:xfrm>
            </p:contentPart>
          </mc:Choice>
          <mc:Fallback>
            <p:pic>
              <p:nvPicPr>
                <p:cNvPr id="11336" name="Ink 11335">
                  <a:extLst>
                    <a:ext uri="{FF2B5EF4-FFF2-40B4-BE49-F238E27FC236}">
                      <a16:creationId xmlns:a16="http://schemas.microsoft.com/office/drawing/2014/main" id="{6B499ADF-833E-74BC-58C3-76C5AB79550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46125" y="4921753"/>
                  <a:ext cx="109011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337" name="Ink 11336">
                  <a:extLst>
                    <a:ext uri="{FF2B5EF4-FFF2-40B4-BE49-F238E27FC236}">
                      <a16:creationId xmlns:a16="http://schemas.microsoft.com/office/drawing/2014/main" id="{29D34099-018A-B644-AEBD-11EF88A8FD8B}"/>
                    </a:ext>
                  </a:extLst>
                </p14:cNvPr>
                <p14:cNvContentPartPr/>
                <p14:nvPr/>
              </p14:nvContentPartPr>
              <p14:xfrm>
                <a:off x="1240850" y="4964233"/>
                <a:ext cx="85680" cy="129600"/>
              </p14:xfrm>
            </p:contentPart>
          </mc:Choice>
          <mc:Fallback>
            <p:pic>
              <p:nvPicPr>
                <p:cNvPr id="11337" name="Ink 11336">
                  <a:extLst>
                    <a:ext uri="{FF2B5EF4-FFF2-40B4-BE49-F238E27FC236}">
                      <a16:creationId xmlns:a16="http://schemas.microsoft.com/office/drawing/2014/main" id="{29D34099-018A-B644-AEBD-11EF88A8FD8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231850" y="4955233"/>
                  <a:ext cx="10332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89" name="Group 11348">
            <a:extLst>
              <a:ext uri="{FF2B5EF4-FFF2-40B4-BE49-F238E27FC236}">
                <a16:creationId xmlns:a16="http://schemas.microsoft.com/office/drawing/2014/main" id="{2C4264E4-4256-FE41-A459-158D83AF9FB4}"/>
              </a:ext>
            </a:extLst>
          </p:cNvPr>
          <p:cNvGrpSpPr>
            <a:grpSpLocks/>
          </p:cNvGrpSpPr>
          <p:nvPr/>
        </p:nvGrpSpPr>
        <p:grpSpPr bwMode="auto">
          <a:xfrm>
            <a:off x="1484312" y="5281614"/>
            <a:ext cx="1812926" cy="568325"/>
            <a:chOff x="-39670" y="5281033"/>
            <a:chExt cx="1812600" cy="56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319" name="Ink 11318">
                  <a:extLst>
                    <a:ext uri="{FF2B5EF4-FFF2-40B4-BE49-F238E27FC236}">
                      <a16:creationId xmlns:a16="http://schemas.microsoft.com/office/drawing/2014/main" id="{45008DC1-A0F9-B055-A348-D174B48AD17F}"/>
                    </a:ext>
                  </a:extLst>
                </p14:cNvPr>
                <p14:cNvContentPartPr/>
                <p14:nvPr/>
              </p14:nvContentPartPr>
              <p14:xfrm>
                <a:off x="199370" y="5293993"/>
                <a:ext cx="116640" cy="159840"/>
              </p14:xfrm>
            </p:contentPart>
          </mc:Choice>
          <mc:Fallback>
            <p:pic>
              <p:nvPicPr>
                <p:cNvPr id="11319" name="Ink 11318">
                  <a:extLst>
                    <a:ext uri="{FF2B5EF4-FFF2-40B4-BE49-F238E27FC236}">
                      <a16:creationId xmlns:a16="http://schemas.microsoft.com/office/drawing/2014/main" id="{45008DC1-A0F9-B055-A348-D174B48AD17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90370" y="5284993"/>
                  <a:ext cx="1342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320" name="Ink 11319">
                  <a:extLst>
                    <a:ext uri="{FF2B5EF4-FFF2-40B4-BE49-F238E27FC236}">
                      <a16:creationId xmlns:a16="http://schemas.microsoft.com/office/drawing/2014/main" id="{9698F4B5-3F31-7E8D-B8FD-F8E1C088A6CF}"/>
                    </a:ext>
                  </a:extLst>
                </p14:cNvPr>
                <p14:cNvContentPartPr/>
                <p14:nvPr/>
              </p14:nvContentPartPr>
              <p14:xfrm>
                <a:off x="65090" y="5660473"/>
                <a:ext cx="124920" cy="15840"/>
              </p14:xfrm>
            </p:contentPart>
          </mc:Choice>
          <mc:Fallback>
            <p:pic>
              <p:nvPicPr>
                <p:cNvPr id="11320" name="Ink 11319">
                  <a:extLst>
                    <a:ext uri="{FF2B5EF4-FFF2-40B4-BE49-F238E27FC236}">
                      <a16:creationId xmlns:a16="http://schemas.microsoft.com/office/drawing/2014/main" id="{9698F4B5-3F31-7E8D-B8FD-F8E1C088A6C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6090" y="5651473"/>
                  <a:ext cx="1425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321" name="Ink 11320">
                  <a:extLst>
                    <a:ext uri="{FF2B5EF4-FFF2-40B4-BE49-F238E27FC236}">
                      <a16:creationId xmlns:a16="http://schemas.microsoft.com/office/drawing/2014/main" id="{AAA60772-0559-D599-FF7A-AE1957D137B2}"/>
                    </a:ext>
                  </a:extLst>
                </p14:cNvPr>
                <p14:cNvContentPartPr/>
                <p14:nvPr/>
              </p14:nvContentPartPr>
              <p14:xfrm>
                <a:off x="139250" y="5695393"/>
                <a:ext cx="7200" cy="124560"/>
              </p14:xfrm>
            </p:contentPart>
          </mc:Choice>
          <mc:Fallback>
            <p:pic>
              <p:nvPicPr>
                <p:cNvPr id="11321" name="Ink 11320">
                  <a:extLst>
                    <a:ext uri="{FF2B5EF4-FFF2-40B4-BE49-F238E27FC236}">
                      <a16:creationId xmlns:a16="http://schemas.microsoft.com/office/drawing/2014/main" id="{AAA60772-0559-D599-FF7A-AE1957D137B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30250" y="5686419"/>
                  <a:ext cx="24840" cy="1421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322" name="Ink 11321">
                  <a:extLst>
                    <a:ext uri="{FF2B5EF4-FFF2-40B4-BE49-F238E27FC236}">
                      <a16:creationId xmlns:a16="http://schemas.microsoft.com/office/drawing/2014/main" id="{9B9752BA-B817-B758-2C0C-6B7F94F8B410}"/>
                    </a:ext>
                  </a:extLst>
                </p14:cNvPr>
                <p14:cNvContentPartPr/>
                <p14:nvPr/>
              </p14:nvContentPartPr>
              <p14:xfrm>
                <a:off x="206210" y="5754073"/>
                <a:ext cx="70560" cy="74160"/>
              </p14:xfrm>
            </p:contentPart>
          </mc:Choice>
          <mc:Fallback>
            <p:pic>
              <p:nvPicPr>
                <p:cNvPr id="11322" name="Ink 11321">
                  <a:extLst>
                    <a:ext uri="{FF2B5EF4-FFF2-40B4-BE49-F238E27FC236}">
                      <a16:creationId xmlns:a16="http://schemas.microsoft.com/office/drawing/2014/main" id="{9B9752BA-B817-B758-2C0C-6B7F94F8B41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97210" y="5745073"/>
                  <a:ext cx="88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323" name="Ink 11322">
                  <a:extLst>
                    <a:ext uri="{FF2B5EF4-FFF2-40B4-BE49-F238E27FC236}">
                      <a16:creationId xmlns:a16="http://schemas.microsoft.com/office/drawing/2014/main" id="{E665120D-B73A-B75F-1405-06D397945D30}"/>
                    </a:ext>
                  </a:extLst>
                </p14:cNvPr>
                <p14:cNvContentPartPr/>
                <p14:nvPr/>
              </p14:nvContentPartPr>
              <p14:xfrm>
                <a:off x="363170" y="5694313"/>
                <a:ext cx="5400" cy="134640"/>
              </p14:xfrm>
            </p:contentPart>
          </mc:Choice>
          <mc:Fallback>
            <p:pic>
              <p:nvPicPr>
                <p:cNvPr id="11323" name="Ink 11322">
                  <a:extLst>
                    <a:ext uri="{FF2B5EF4-FFF2-40B4-BE49-F238E27FC236}">
                      <a16:creationId xmlns:a16="http://schemas.microsoft.com/office/drawing/2014/main" id="{E665120D-B73A-B75F-1405-06D397945D3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54170" y="5685337"/>
                  <a:ext cx="23040" cy="1522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1324" name="Ink 11323">
                  <a:extLst>
                    <a:ext uri="{FF2B5EF4-FFF2-40B4-BE49-F238E27FC236}">
                      <a16:creationId xmlns:a16="http://schemas.microsoft.com/office/drawing/2014/main" id="{C0869829-DE24-4D35-216D-3EFC871DC178}"/>
                    </a:ext>
                  </a:extLst>
                </p14:cNvPr>
                <p14:cNvContentPartPr/>
                <p14:nvPr/>
              </p14:nvContentPartPr>
              <p14:xfrm>
                <a:off x="297650" y="5749033"/>
                <a:ext cx="102960" cy="16560"/>
              </p14:xfrm>
            </p:contentPart>
          </mc:Choice>
          <mc:Fallback>
            <p:pic>
              <p:nvPicPr>
                <p:cNvPr id="11324" name="Ink 11323">
                  <a:extLst>
                    <a:ext uri="{FF2B5EF4-FFF2-40B4-BE49-F238E27FC236}">
                      <a16:creationId xmlns:a16="http://schemas.microsoft.com/office/drawing/2014/main" id="{C0869829-DE24-4D35-216D-3EFC871DC17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88618" y="5739833"/>
                  <a:ext cx="120662" cy="345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1325" name="Ink 11324">
                  <a:extLst>
                    <a:ext uri="{FF2B5EF4-FFF2-40B4-BE49-F238E27FC236}">
                      <a16:creationId xmlns:a16="http://schemas.microsoft.com/office/drawing/2014/main" id="{A1BFAB78-01B5-996F-7E97-74D37987A50F}"/>
                    </a:ext>
                  </a:extLst>
                </p14:cNvPr>
                <p14:cNvContentPartPr/>
                <p14:nvPr/>
              </p14:nvContentPartPr>
              <p14:xfrm>
                <a:off x="415730" y="5645353"/>
                <a:ext cx="142920" cy="204840"/>
              </p14:xfrm>
            </p:contentPart>
          </mc:Choice>
          <mc:Fallback>
            <p:pic>
              <p:nvPicPr>
                <p:cNvPr id="11325" name="Ink 11324">
                  <a:extLst>
                    <a:ext uri="{FF2B5EF4-FFF2-40B4-BE49-F238E27FC236}">
                      <a16:creationId xmlns:a16="http://schemas.microsoft.com/office/drawing/2014/main" id="{A1BFAB78-01B5-996F-7E97-74D37987A50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06753" y="5636353"/>
                  <a:ext cx="160516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1338" name="Ink 11337">
                  <a:extLst>
                    <a:ext uri="{FF2B5EF4-FFF2-40B4-BE49-F238E27FC236}">
                      <a16:creationId xmlns:a16="http://schemas.microsoft.com/office/drawing/2014/main" id="{39D56422-6BB9-6239-EE12-396D8BF479B4}"/>
                    </a:ext>
                  </a:extLst>
                </p14:cNvPr>
                <p14:cNvContentPartPr/>
                <p14:nvPr/>
              </p14:nvContentPartPr>
              <p14:xfrm>
                <a:off x="430130" y="5385433"/>
                <a:ext cx="86760" cy="98640"/>
              </p14:xfrm>
            </p:contentPart>
          </mc:Choice>
          <mc:Fallback>
            <p:pic>
              <p:nvPicPr>
                <p:cNvPr id="11338" name="Ink 11337">
                  <a:extLst>
                    <a:ext uri="{FF2B5EF4-FFF2-40B4-BE49-F238E27FC236}">
                      <a16:creationId xmlns:a16="http://schemas.microsoft.com/office/drawing/2014/main" id="{39D56422-6BB9-6239-EE12-396D8BF479B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21130" y="5376433"/>
                  <a:ext cx="104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1339" name="Ink 11338">
                  <a:extLst>
                    <a:ext uri="{FF2B5EF4-FFF2-40B4-BE49-F238E27FC236}">
                      <a16:creationId xmlns:a16="http://schemas.microsoft.com/office/drawing/2014/main" id="{A4E1A1B2-980E-F7E4-7F5D-0E85D3BC0A51}"/>
                    </a:ext>
                  </a:extLst>
                </p14:cNvPr>
                <p14:cNvContentPartPr/>
                <p14:nvPr/>
              </p14:nvContentPartPr>
              <p14:xfrm>
                <a:off x="688250" y="5281033"/>
                <a:ext cx="101880" cy="197640"/>
              </p14:xfrm>
            </p:contentPart>
          </mc:Choice>
          <mc:Fallback>
            <p:pic>
              <p:nvPicPr>
                <p:cNvPr id="11339" name="Ink 11338">
                  <a:extLst>
                    <a:ext uri="{FF2B5EF4-FFF2-40B4-BE49-F238E27FC236}">
                      <a16:creationId xmlns:a16="http://schemas.microsoft.com/office/drawing/2014/main" id="{A4E1A1B2-980E-F7E4-7F5D-0E85D3BC0A5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79282" y="5272049"/>
                  <a:ext cx="119458" cy="2152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1340" name="Ink 11339">
                  <a:extLst>
                    <a:ext uri="{FF2B5EF4-FFF2-40B4-BE49-F238E27FC236}">
                      <a16:creationId xmlns:a16="http://schemas.microsoft.com/office/drawing/2014/main" id="{94B4A233-8186-F4C4-333A-B2619C5C1575}"/>
                    </a:ext>
                  </a:extLst>
                </p14:cNvPr>
                <p14:cNvContentPartPr/>
                <p14:nvPr/>
              </p14:nvContentPartPr>
              <p14:xfrm>
                <a:off x="674210" y="5376073"/>
                <a:ext cx="66600" cy="12240"/>
              </p14:xfrm>
            </p:contentPart>
          </mc:Choice>
          <mc:Fallback>
            <p:pic>
              <p:nvPicPr>
                <p:cNvPr id="11340" name="Ink 11339">
                  <a:extLst>
                    <a:ext uri="{FF2B5EF4-FFF2-40B4-BE49-F238E27FC236}">
                      <a16:creationId xmlns:a16="http://schemas.microsoft.com/office/drawing/2014/main" id="{94B4A233-8186-F4C4-333A-B2619C5C157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65210" y="5367073"/>
                  <a:ext cx="842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1341" name="Ink 11340">
                  <a:extLst>
                    <a:ext uri="{FF2B5EF4-FFF2-40B4-BE49-F238E27FC236}">
                      <a16:creationId xmlns:a16="http://schemas.microsoft.com/office/drawing/2014/main" id="{94BABD81-9892-8F3E-48D1-3D6406791930}"/>
                    </a:ext>
                  </a:extLst>
                </p14:cNvPr>
                <p14:cNvContentPartPr/>
                <p14:nvPr/>
              </p14:nvContentPartPr>
              <p14:xfrm>
                <a:off x="787970" y="5367073"/>
                <a:ext cx="48240" cy="91440"/>
              </p14:xfrm>
            </p:contentPart>
          </mc:Choice>
          <mc:Fallback>
            <p:pic>
              <p:nvPicPr>
                <p:cNvPr id="11341" name="Ink 11340">
                  <a:extLst>
                    <a:ext uri="{FF2B5EF4-FFF2-40B4-BE49-F238E27FC236}">
                      <a16:creationId xmlns:a16="http://schemas.microsoft.com/office/drawing/2014/main" id="{94BABD81-9892-8F3E-48D1-3D640679193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78970" y="5358037"/>
                  <a:ext cx="65880" cy="1091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1342" name="Ink 11341">
                  <a:extLst>
                    <a:ext uri="{FF2B5EF4-FFF2-40B4-BE49-F238E27FC236}">
                      <a16:creationId xmlns:a16="http://schemas.microsoft.com/office/drawing/2014/main" id="{FB730349-99F6-F342-D909-72545D4BD777}"/>
                    </a:ext>
                  </a:extLst>
                </p14:cNvPr>
                <p14:cNvContentPartPr/>
                <p14:nvPr/>
              </p14:nvContentPartPr>
              <p14:xfrm>
                <a:off x="998930" y="5339353"/>
                <a:ext cx="68040" cy="9000"/>
              </p14:xfrm>
            </p:contentPart>
          </mc:Choice>
          <mc:Fallback>
            <p:pic>
              <p:nvPicPr>
                <p:cNvPr id="11342" name="Ink 11341">
                  <a:extLst>
                    <a:ext uri="{FF2B5EF4-FFF2-40B4-BE49-F238E27FC236}">
                      <a16:creationId xmlns:a16="http://schemas.microsoft.com/office/drawing/2014/main" id="{FB730349-99F6-F342-D909-72545D4BD77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89930" y="5330353"/>
                  <a:ext cx="856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1343" name="Ink 11342">
                  <a:extLst>
                    <a:ext uri="{FF2B5EF4-FFF2-40B4-BE49-F238E27FC236}">
                      <a16:creationId xmlns:a16="http://schemas.microsoft.com/office/drawing/2014/main" id="{12B463D2-ACBA-D146-0ABC-B3DEC30CE676}"/>
                    </a:ext>
                  </a:extLst>
                </p14:cNvPr>
                <p14:cNvContentPartPr/>
                <p14:nvPr/>
              </p14:nvContentPartPr>
              <p14:xfrm>
                <a:off x="1114130" y="5303353"/>
                <a:ext cx="78480" cy="188280"/>
              </p14:xfrm>
            </p:contentPart>
          </mc:Choice>
          <mc:Fallback>
            <p:pic>
              <p:nvPicPr>
                <p:cNvPr id="11343" name="Ink 11342">
                  <a:extLst>
                    <a:ext uri="{FF2B5EF4-FFF2-40B4-BE49-F238E27FC236}">
                      <a16:creationId xmlns:a16="http://schemas.microsoft.com/office/drawing/2014/main" id="{12B463D2-ACBA-D146-0ABC-B3DEC30CE67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05089" y="5294353"/>
                  <a:ext cx="96201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1344" name="Ink 11343">
                  <a:extLst>
                    <a:ext uri="{FF2B5EF4-FFF2-40B4-BE49-F238E27FC236}">
                      <a16:creationId xmlns:a16="http://schemas.microsoft.com/office/drawing/2014/main" id="{3DBF453C-8FD4-D579-943C-DC8426591532}"/>
                    </a:ext>
                  </a:extLst>
                </p14:cNvPr>
                <p14:cNvContentPartPr/>
                <p14:nvPr/>
              </p14:nvContentPartPr>
              <p14:xfrm>
                <a:off x="1290530" y="5301553"/>
                <a:ext cx="107640" cy="93240"/>
              </p14:xfrm>
            </p:contentPart>
          </mc:Choice>
          <mc:Fallback>
            <p:pic>
              <p:nvPicPr>
                <p:cNvPr id="11344" name="Ink 11343">
                  <a:extLst>
                    <a:ext uri="{FF2B5EF4-FFF2-40B4-BE49-F238E27FC236}">
                      <a16:creationId xmlns:a16="http://schemas.microsoft.com/office/drawing/2014/main" id="{3DBF453C-8FD4-D579-943C-DC842659153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281530" y="5292553"/>
                  <a:ext cx="1252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1348" name="Ink 11347">
                  <a:extLst>
                    <a:ext uri="{FF2B5EF4-FFF2-40B4-BE49-F238E27FC236}">
                      <a16:creationId xmlns:a16="http://schemas.microsoft.com/office/drawing/2014/main" id="{1051F707-44BF-B69C-56D3-A756AE270870}"/>
                    </a:ext>
                  </a:extLst>
                </p14:cNvPr>
                <p14:cNvContentPartPr/>
                <p14:nvPr/>
              </p14:nvContentPartPr>
              <p14:xfrm>
                <a:off x="-39670" y="5535553"/>
                <a:ext cx="1812600" cy="74520"/>
              </p14:xfrm>
            </p:contentPart>
          </mc:Choice>
          <mc:Fallback>
            <p:pic>
              <p:nvPicPr>
                <p:cNvPr id="11348" name="Ink 11347">
                  <a:extLst>
                    <a:ext uri="{FF2B5EF4-FFF2-40B4-BE49-F238E27FC236}">
                      <a16:creationId xmlns:a16="http://schemas.microsoft.com/office/drawing/2014/main" id="{1051F707-44BF-B69C-56D3-A756AE27087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-48670" y="5526553"/>
                  <a:ext cx="183024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90" name="Group 11359">
            <a:extLst>
              <a:ext uri="{FF2B5EF4-FFF2-40B4-BE49-F238E27FC236}">
                <a16:creationId xmlns:a16="http://schemas.microsoft.com/office/drawing/2014/main" id="{DEF2F281-FCA1-565D-83EA-0881424C1E4A}"/>
              </a:ext>
            </a:extLst>
          </p:cNvPr>
          <p:cNvGrpSpPr>
            <a:grpSpLocks/>
          </p:cNvGrpSpPr>
          <p:nvPr/>
        </p:nvGrpSpPr>
        <p:grpSpPr bwMode="auto">
          <a:xfrm>
            <a:off x="2092325" y="5962651"/>
            <a:ext cx="1098550" cy="233363"/>
            <a:chOff x="568370" y="5963233"/>
            <a:chExt cx="109872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1350" name="Ink 11349">
                  <a:extLst>
                    <a:ext uri="{FF2B5EF4-FFF2-40B4-BE49-F238E27FC236}">
                      <a16:creationId xmlns:a16="http://schemas.microsoft.com/office/drawing/2014/main" id="{A3C0FD9A-C5C0-CF44-ADA1-72D77D407C41}"/>
                    </a:ext>
                  </a:extLst>
                </p14:cNvPr>
                <p14:cNvContentPartPr/>
                <p14:nvPr/>
              </p14:nvContentPartPr>
              <p14:xfrm>
                <a:off x="568370" y="6020473"/>
                <a:ext cx="123120" cy="159480"/>
              </p14:xfrm>
            </p:contentPart>
          </mc:Choice>
          <mc:Fallback>
            <p:pic>
              <p:nvPicPr>
                <p:cNvPr id="11350" name="Ink 11349">
                  <a:extLst>
                    <a:ext uri="{FF2B5EF4-FFF2-40B4-BE49-F238E27FC236}">
                      <a16:creationId xmlns:a16="http://schemas.microsoft.com/office/drawing/2014/main" id="{A3C0FD9A-C5C0-CF44-ADA1-72D77D407C4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59370" y="6011473"/>
                  <a:ext cx="1407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1351" name="Ink 11350">
                  <a:extLst>
                    <a:ext uri="{FF2B5EF4-FFF2-40B4-BE49-F238E27FC236}">
                      <a16:creationId xmlns:a16="http://schemas.microsoft.com/office/drawing/2014/main" id="{30E80807-ED1A-AA0A-2F7E-EBAE38906425}"/>
                    </a:ext>
                  </a:extLst>
                </p14:cNvPr>
                <p14:cNvContentPartPr/>
                <p14:nvPr/>
              </p14:nvContentPartPr>
              <p14:xfrm>
                <a:off x="807050" y="5963233"/>
                <a:ext cx="93960" cy="232560"/>
              </p14:xfrm>
            </p:contentPart>
          </mc:Choice>
          <mc:Fallback>
            <p:pic>
              <p:nvPicPr>
                <p:cNvPr id="11351" name="Ink 11350">
                  <a:extLst>
                    <a:ext uri="{FF2B5EF4-FFF2-40B4-BE49-F238E27FC236}">
                      <a16:creationId xmlns:a16="http://schemas.microsoft.com/office/drawing/2014/main" id="{30E80807-ED1A-AA0A-2F7E-EBAE3890642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98050" y="5954247"/>
                  <a:ext cx="111600" cy="2501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1352" name="Ink 11351">
                  <a:extLst>
                    <a:ext uri="{FF2B5EF4-FFF2-40B4-BE49-F238E27FC236}">
                      <a16:creationId xmlns:a16="http://schemas.microsoft.com/office/drawing/2014/main" id="{524A3ECD-DD65-C9A9-8D93-91B611BA44B9}"/>
                    </a:ext>
                  </a:extLst>
                </p14:cNvPr>
                <p14:cNvContentPartPr/>
                <p14:nvPr/>
              </p14:nvContentPartPr>
              <p14:xfrm>
                <a:off x="799490" y="6078433"/>
                <a:ext cx="78480" cy="35280"/>
              </p14:xfrm>
            </p:contentPart>
          </mc:Choice>
          <mc:Fallback>
            <p:pic>
              <p:nvPicPr>
                <p:cNvPr id="11352" name="Ink 11351">
                  <a:extLst>
                    <a:ext uri="{FF2B5EF4-FFF2-40B4-BE49-F238E27FC236}">
                      <a16:creationId xmlns:a16="http://schemas.microsoft.com/office/drawing/2014/main" id="{524A3ECD-DD65-C9A9-8D93-91B611BA44B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90490" y="6069433"/>
                  <a:ext cx="96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1353" name="Ink 11352">
                  <a:extLst>
                    <a:ext uri="{FF2B5EF4-FFF2-40B4-BE49-F238E27FC236}">
                      <a16:creationId xmlns:a16="http://schemas.microsoft.com/office/drawing/2014/main" id="{EFDF149E-F047-10F5-1D98-27864A0D84F5}"/>
                    </a:ext>
                  </a:extLst>
                </p14:cNvPr>
                <p14:cNvContentPartPr/>
                <p14:nvPr/>
              </p14:nvContentPartPr>
              <p14:xfrm>
                <a:off x="936290" y="6081673"/>
                <a:ext cx="76680" cy="87480"/>
              </p14:xfrm>
            </p:contentPart>
          </mc:Choice>
          <mc:Fallback>
            <p:pic>
              <p:nvPicPr>
                <p:cNvPr id="11353" name="Ink 11352">
                  <a:extLst>
                    <a:ext uri="{FF2B5EF4-FFF2-40B4-BE49-F238E27FC236}">
                      <a16:creationId xmlns:a16="http://schemas.microsoft.com/office/drawing/2014/main" id="{EFDF149E-F047-10F5-1D98-27864A0D84F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27290" y="6072673"/>
                  <a:ext cx="943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1355" name="Ink 11354">
                  <a:extLst>
                    <a:ext uri="{FF2B5EF4-FFF2-40B4-BE49-F238E27FC236}">
                      <a16:creationId xmlns:a16="http://schemas.microsoft.com/office/drawing/2014/main" id="{A204082F-2942-C979-2CE6-35D5CF87C2A8}"/>
                    </a:ext>
                  </a:extLst>
                </p14:cNvPr>
                <p14:cNvContentPartPr/>
                <p14:nvPr/>
              </p14:nvContentPartPr>
              <p14:xfrm>
                <a:off x="1127450" y="6048553"/>
                <a:ext cx="46440" cy="2160"/>
              </p14:xfrm>
            </p:contentPart>
          </mc:Choice>
          <mc:Fallback>
            <p:pic>
              <p:nvPicPr>
                <p:cNvPr id="11355" name="Ink 11354">
                  <a:extLst>
                    <a:ext uri="{FF2B5EF4-FFF2-40B4-BE49-F238E27FC236}">
                      <a16:creationId xmlns:a16="http://schemas.microsoft.com/office/drawing/2014/main" id="{A204082F-2942-C979-2CE6-35D5CF87C2A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18450" y="6039553"/>
                  <a:ext cx="640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1356" name="Ink 11355">
                  <a:extLst>
                    <a:ext uri="{FF2B5EF4-FFF2-40B4-BE49-F238E27FC236}">
                      <a16:creationId xmlns:a16="http://schemas.microsoft.com/office/drawing/2014/main" id="{2D4061A2-511F-3B2D-719D-3D0AC3A388DE}"/>
                    </a:ext>
                  </a:extLst>
                </p14:cNvPr>
                <p14:cNvContentPartPr/>
                <p14:nvPr/>
              </p14:nvContentPartPr>
              <p14:xfrm>
                <a:off x="1204130" y="5981953"/>
                <a:ext cx="114840" cy="168480"/>
              </p14:xfrm>
            </p:contentPart>
          </mc:Choice>
          <mc:Fallback>
            <p:pic>
              <p:nvPicPr>
                <p:cNvPr id="11356" name="Ink 11355">
                  <a:extLst>
                    <a:ext uri="{FF2B5EF4-FFF2-40B4-BE49-F238E27FC236}">
                      <a16:creationId xmlns:a16="http://schemas.microsoft.com/office/drawing/2014/main" id="{2D4061A2-511F-3B2D-719D-3D0AC3A388D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95130" y="5972953"/>
                  <a:ext cx="1324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1357" name="Ink 11356">
                  <a:extLst>
                    <a:ext uri="{FF2B5EF4-FFF2-40B4-BE49-F238E27FC236}">
                      <a16:creationId xmlns:a16="http://schemas.microsoft.com/office/drawing/2014/main" id="{E5BA0E4F-8263-6FD2-A8A5-D6DD88C74A78}"/>
                    </a:ext>
                  </a:extLst>
                </p14:cNvPr>
                <p14:cNvContentPartPr/>
                <p14:nvPr/>
              </p14:nvContentPartPr>
              <p14:xfrm>
                <a:off x="1359290" y="5963233"/>
                <a:ext cx="71640" cy="198360"/>
              </p14:xfrm>
            </p:contentPart>
          </mc:Choice>
          <mc:Fallback>
            <p:pic>
              <p:nvPicPr>
                <p:cNvPr id="11357" name="Ink 11356">
                  <a:extLst>
                    <a:ext uri="{FF2B5EF4-FFF2-40B4-BE49-F238E27FC236}">
                      <a16:creationId xmlns:a16="http://schemas.microsoft.com/office/drawing/2014/main" id="{E5BA0E4F-8263-6FD2-A8A5-D6DD88C74A7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350290" y="5954249"/>
                  <a:ext cx="89280" cy="2159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1358" name="Ink 11357">
                  <a:extLst>
                    <a:ext uri="{FF2B5EF4-FFF2-40B4-BE49-F238E27FC236}">
                      <a16:creationId xmlns:a16="http://schemas.microsoft.com/office/drawing/2014/main" id="{722C7AC7-0B03-DE71-9E32-6F414BB15D69}"/>
                    </a:ext>
                  </a:extLst>
                </p14:cNvPr>
                <p14:cNvContentPartPr/>
                <p14:nvPr/>
              </p14:nvContentPartPr>
              <p14:xfrm>
                <a:off x="1349930" y="6053233"/>
                <a:ext cx="106920" cy="24840"/>
              </p14:xfrm>
            </p:contentPart>
          </mc:Choice>
          <mc:Fallback>
            <p:pic>
              <p:nvPicPr>
                <p:cNvPr id="11358" name="Ink 11357">
                  <a:extLst>
                    <a:ext uri="{FF2B5EF4-FFF2-40B4-BE49-F238E27FC236}">
                      <a16:creationId xmlns:a16="http://schemas.microsoft.com/office/drawing/2014/main" id="{722C7AC7-0B03-DE71-9E32-6F414BB15D6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340930" y="6044233"/>
                  <a:ext cx="1245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1359" name="Ink 11358">
                  <a:extLst>
                    <a:ext uri="{FF2B5EF4-FFF2-40B4-BE49-F238E27FC236}">
                      <a16:creationId xmlns:a16="http://schemas.microsoft.com/office/drawing/2014/main" id="{CF510B72-541A-8E26-F654-1552C63C8DA6}"/>
                    </a:ext>
                  </a:extLst>
                </p14:cNvPr>
                <p14:cNvContentPartPr/>
                <p14:nvPr/>
              </p14:nvContentPartPr>
              <p14:xfrm>
                <a:off x="1551890" y="5984113"/>
                <a:ext cx="115200" cy="158400"/>
              </p14:xfrm>
            </p:contentPart>
          </mc:Choice>
          <mc:Fallback>
            <p:pic>
              <p:nvPicPr>
                <p:cNvPr id="11359" name="Ink 11358">
                  <a:extLst>
                    <a:ext uri="{FF2B5EF4-FFF2-40B4-BE49-F238E27FC236}">
                      <a16:creationId xmlns:a16="http://schemas.microsoft.com/office/drawing/2014/main" id="{CF510B72-541A-8E26-F654-1552C63C8DA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542890" y="5975113"/>
                  <a:ext cx="132840" cy="176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291" name="TextBox 11363">
            <a:extLst>
              <a:ext uri="{FF2B5EF4-FFF2-40B4-BE49-F238E27FC236}">
                <a16:creationId xmlns:a16="http://schemas.microsoft.com/office/drawing/2014/main" id="{F0E0450D-291B-78F5-790C-2805207DA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450" y="1871664"/>
            <a:ext cx="248443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/>
              <a:t>s=zpk([],[0,-1,-2],1) bode(s)</a:t>
            </a:r>
          </a:p>
          <a:p>
            <a:pPr>
              <a:spcBef>
                <a:spcPct val="0"/>
              </a:spcBef>
              <a:buFontTx/>
              <a:buNone/>
            </a:pPr>
            <a:endParaRPr lang="en-IN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>
            <a:extLst>
              <a:ext uri="{FF2B5EF4-FFF2-40B4-BE49-F238E27FC236}">
                <a16:creationId xmlns:a16="http://schemas.microsoft.com/office/drawing/2014/main" id="{A705B0F1-7873-79F9-1B01-4DD7010BB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2291" name="Line 8">
            <a:extLst>
              <a:ext uri="{FF2B5EF4-FFF2-40B4-BE49-F238E27FC236}">
                <a16:creationId xmlns:a16="http://schemas.microsoft.com/office/drawing/2014/main" id="{41512C6B-D95D-B44B-E4FA-803A2A1AE3A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1300" y="5003800"/>
            <a:ext cx="0" cy="1524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2292" name="Line 9">
            <a:extLst>
              <a:ext uri="{FF2B5EF4-FFF2-40B4-BE49-F238E27FC236}">
                <a16:creationId xmlns:a16="http://schemas.microsoft.com/office/drawing/2014/main" id="{F39BAE1F-0B6A-F8F8-1721-FA946F4DCA9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4300" y="2743201"/>
            <a:ext cx="0" cy="3651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2293" name="Picture 4">
            <a:extLst>
              <a:ext uri="{FF2B5EF4-FFF2-40B4-BE49-F238E27FC236}">
                <a16:creationId xmlns:a16="http://schemas.microsoft.com/office/drawing/2014/main" id="{B728C9ED-DEB9-C2EB-9896-006B13B4C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2300" y="2819400"/>
            <a:ext cx="9144000" cy="415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TextBox 5">
            <a:extLst>
              <a:ext uri="{FF2B5EF4-FFF2-40B4-BE49-F238E27FC236}">
                <a16:creationId xmlns:a16="http://schemas.microsoft.com/office/drawing/2014/main" id="{111727BE-A01F-C7C5-ABD2-D044FCEA6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81000"/>
            <a:ext cx="6019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/>
              <a:t>Approximate magnitude plot</a:t>
            </a:r>
          </a:p>
        </p:txBody>
      </p:sp>
      <p:grpSp>
        <p:nvGrpSpPr>
          <p:cNvPr id="12295" name="Group 28">
            <a:extLst>
              <a:ext uri="{FF2B5EF4-FFF2-40B4-BE49-F238E27FC236}">
                <a16:creationId xmlns:a16="http://schemas.microsoft.com/office/drawing/2014/main" id="{195DBEEC-E1DD-1456-CCA4-BA0FEDE71C66}"/>
              </a:ext>
            </a:extLst>
          </p:cNvPr>
          <p:cNvGrpSpPr>
            <a:grpSpLocks/>
          </p:cNvGrpSpPr>
          <p:nvPr/>
        </p:nvGrpSpPr>
        <p:grpSpPr bwMode="auto">
          <a:xfrm>
            <a:off x="3686176" y="849313"/>
            <a:ext cx="906463" cy="361950"/>
            <a:chOff x="2162090" y="849896"/>
            <a:chExt cx="906840" cy="36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82B40F8-3B87-8CE6-6097-2EE06F0FE30D}"/>
                    </a:ext>
                  </a:extLst>
                </p14:cNvPr>
                <p14:cNvContentPartPr/>
                <p14:nvPr/>
              </p14:nvContentPartPr>
              <p14:xfrm>
                <a:off x="2162090" y="849896"/>
                <a:ext cx="227520" cy="277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82B40F8-3B87-8CE6-6097-2EE06F0FE30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53104" y="840896"/>
                  <a:ext cx="245132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0C1A2A1-C340-692B-A708-BAE4BB6839D4}"/>
                    </a:ext>
                  </a:extLst>
                </p14:cNvPr>
                <p14:cNvContentPartPr/>
                <p14:nvPr/>
              </p14:nvContentPartPr>
              <p14:xfrm>
                <a:off x="2443250" y="865376"/>
                <a:ext cx="49680" cy="291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0C1A2A1-C340-692B-A708-BAE4BB6839D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34184" y="856387"/>
                  <a:ext cx="67449" cy="3088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DDD10B8-28CE-45FC-0511-9C9B51B7FD7F}"/>
                    </a:ext>
                  </a:extLst>
                </p14:cNvPr>
                <p14:cNvContentPartPr/>
                <p14:nvPr/>
              </p14:nvContentPartPr>
              <p14:xfrm>
                <a:off x="2527490" y="989576"/>
                <a:ext cx="85320" cy="164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DDD10B8-28CE-45FC-0511-9C9B51B7FD7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518490" y="980596"/>
                  <a:ext cx="102960" cy="1817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34191B5-5CE4-4BD4-4578-1CBED6D6BE92}"/>
                    </a:ext>
                  </a:extLst>
                </p14:cNvPr>
                <p14:cNvContentPartPr/>
                <p14:nvPr/>
              </p14:nvContentPartPr>
              <p14:xfrm>
                <a:off x="2690570" y="921176"/>
                <a:ext cx="94320" cy="290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34191B5-5CE4-4BD4-4578-1CBED6D6BE9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681536" y="912165"/>
                  <a:ext cx="112028" cy="3085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1E92C6A-8939-D205-9521-009987321E94}"/>
                    </a:ext>
                  </a:extLst>
                </p14:cNvPr>
                <p14:cNvContentPartPr/>
                <p14:nvPr/>
              </p14:nvContentPartPr>
              <p14:xfrm>
                <a:off x="2956250" y="1064456"/>
                <a:ext cx="112680" cy="15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1E92C6A-8939-D205-9521-009987321E9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47250" y="1055456"/>
                  <a:ext cx="1303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264D1DB-85BF-CD13-7424-32DCEBA036AA}"/>
                    </a:ext>
                  </a:extLst>
                </p14:cNvPr>
                <p14:cNvContentPartPr/>
                <p14:nvPr/>
              </p14:nvContentPartPr>
              <p14:xfrm>
                <a:off x="2919170" y="1159136"/>
                <a:ext cx="144000" cy="30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264D1DB-85BF-CD13-7424-32DCEBA036A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910170" y="1150136"/>
                  <a:ext cx="16164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96" name="Group 27">
            <a:extLst>
              <a:ext uri="{FF2B5EF4-FFF2-40B4-BE49-F238E27FC236}">
                <a16:creationId xmlns:a16="http://schemas.microsoft.com/office/drawing/2014/main" id="{429F9CB9-C07A-B3BE-474E-57767843D75C}"/>
              </a:ext>
            </a:extLst>
          </p:cNvPr>
          <p:cNvGrpSpPr>
            <a:grpSpLocks/>
          </p:cNvGrpSpPr>
          <p:nvPr/>
        </p:nvGrpSpPr>
        <p:grpSpPr bwMode="auto">
          <a:xfrm>
            <a:off x="4789488" y="822326"/>
            <a:ext cx="2182812" cy="561975"/>
            <a:chOff x="3265850" y="822896"/>
            <a:chExt cx="2181960" cy="56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29DABED-1729-D983-B3EC-86B27D75C7C5}"/>
                    </a:ext>
                  </a:extLst>
                </p14:cNvPr>
                <p14:cNvContentPartPr/>
                <p14:nvPr/>
              </p14:nvContentPartPr>
              <p14:xfrm>
                <a:off x="3560690" y="822896"/>
                <a:ext cx="16560" cy="144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29DABED-1729-D983-B3EC-86B27D75C7C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51490" y="813874"/>
                  <a:ext cx="34592" cy="1624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32A98FD-9349-4A1A-0DB6-B43314AABECE}"/>
                    </a:ext>
                  </a:extLst>
                </p14:cNvPr>
                <p14:cNvContentPartPr/>
                <p14:nvPr/>
              </p14:nvContentPartPr>
              <p14:xfrm>
                <a:off x="3265850" y="987416"/>
                <a:ext cx="739800" cy="56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32A98FD-9349-4A1A-0DB6-B43314AABEC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256850" y="978358"/>
                  <a:ext cx="757440" cy="742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45C343C-B815-8E37-987F-FC967E314F43}"/>
                    </a:ext>
                  </a:extLst>
                </p14:cNvPr>
                <p14:cNvContentPartPr/>
                <p14:nvPr/>
              </p14:nvContentPartPr>
              <p14:xfrm>
                <a:off x="3412370" y="1147616"/>
                <a:ext cx="101520" cy="164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45C343C-B815-8E37-987F-FC967E314F4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403370" y="1138616"/>
                  <a:ext cx="1191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981C3B5-D83C-088A-ADDB-1A4832F05A49}"/>
                    </a:ext>
                  </a:extLst>
                </p14:cNvPr>
                <p14:cNvContentPartPr/>
                <p14:nvPr/>
              </p14:nvContentPartPr>
              <p14:xfrm>
                <a:off x="3602450" y="1098296"/>
                <a:ext cx="80640" cy="236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981C3B5-D83C-088A-ADDB-1A4832F05A4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593490" y="1089296"/>
                  <a:ext cx="98202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BB85B4F-7038-C07A-706D-5D68D74AB46C}"/>
                    </a:ext>
                  </a:extLst>
                </p14:cNvPr>
                <p14:cNvContentPartPr/>
                <p14:nvPr/>
              </p14:nvContentPartPr>
              <p14:xfrm>
                <a:off x="3743930" y="1161296"/>
                <a:ext cx="66240" cy="157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BB85B4F-7038-C07A-706D-5D68D74AB46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734930" y="1152317"/>
                  <a:ext cx="83880" cy="1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3A15241-CB38-5672-792F-CDDE872B8B63}"/>
                    </a:ext>
                  </a:extLst>
                </p14:cNvPr>
                <p14:cNvContentPartPr/>
                <p14:nvPr/>
              </p14:nvContentPartPr>
              <p14:xfrm>
                <a:off x="3912050" y="1223216"/>
                <a:ext cx="121680" cy="24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3A15241-CB38-5672-792F-CDDE872B8B6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903050" y="1214216"/>
                  <a:ext cx="1393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3ADBF33-0BC4-CF5D-464A-4E90006BEFFF}"/>
                    </a:ext>
                  </a:extLst>
                </p14:cNvPr>
                <p14:cNvContentPartPr/>
                <p14:nvPr/>
              </p14:nvContentPartPr>
              <p14:xfrm>
                <a:off x="3973250" y="1178936"/>
                <a:ext cx="24840" cy="138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3ADBF33-0BC4-CF5D-464A-4E90006BEFF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964250" y="1169936"/>
                  <a:ext cx="424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94EE573-C50B-87C1-3058-DAF8C0924258}"/>
                    </a:ext>
                  </a:extLst>
                </p14:cNvPr>
                <p14:cNvContentPartPr/>
                <p14:nvPr/>
              </p14:nvContentPartPr>
              <p14:xfrm>
                <a:off x="4150010" y="1105136"/>
                <a:ext cx="16920" cy="182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94EE573-C50B-87C1-3058-DAF8C092425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141197" y="1096136"/>
                  <a:ext cx="34193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3251881-9CAA-A81D-EB2A-A1936A0963AE}"/>
                    </a:ext>
                  </a:extLst>
                </p14:cNvPr>
                <p14:cNvContentPartPr/>
                <p14:nvPr/>
              </p14:nvContentPartPr>
              <p14:xfrm>
                <a:off x="4225250" y="1035656"/>
                <a:ext cx="121320" cy="310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3251881-9CAA-A81D-EB2A-A1936A0963A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216250" y="1026656"/>
                  <a:ext cx="1389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9652083-375D-085C-4373-D03FDF3AE1D3}"/>
                    </a:ext>
                  </a:extLst>
                </p14:cNvPr>
                <p14:cNvContentPartPr/>
                <p14:nvPr/>
              </p14:nvContentPartPr>
              <p14:xfrm>
                <a:off x="4535930" y="1072016"/>
                <a:ext cx="136440" cy="206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9652083-375D-085C-4373-D03FDF3AE1D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526930" y="1063016"/>
                  <a:ext cx="1540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C6CF58F-491C-3DE4-D509-BA9F997C150F}"/>
                    </a:ext>
                  </a:extLst>
                </p14:cNvPr>
                <p14:cNvContentPartPr/>
                <p14:nvPr/>
              </p14:nvContentPartPr>
              <p14:xfrm>
                <a:off x="4764890" y="1156256"/>
                <a:ext cx="123120" cy="34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C6CF58F-491C-3DE4-D509-BA9F997C150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755890" y="1147256"/>
                  <a:ext cx="1407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795AFE7-8EC3-F7D6-F454-FC6FEC43C372}"/>
                    </a:ext>
                  </a:extLst>
                </p14:cNvPr>
                <p14:cNvContentPartPr/>
                <p14:nvPr/>
              </p14:nvContentPartPr>
              <p14:xfrm>
                <a:off x="4795130" y="1104776"/>
                <a:ext cx="49680" cy="162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795AFE7-8EC3-F7D6-F454-FC6FEC43C37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786064" y="1095776"/>
                  <a:ext cx="67449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D30E8BA-0B65-9C62-3DD7-65CEDDFB5EB0}"/>
                    </a:ext>
                  </a:extLst>
                </p14:cNvPr>
                <p14:cNvContentPartPr/>
                <p14:nvPr/>
              </p14:nvContentPartPr>
              <p14:xfrm>
                <a:off x="5022650" y="1066256"/>
                <a:ext cx="227520" cy="154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D30E8BA-0B65-9C62-3DD7-65CEDDFB5EB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013650" y="1057256"/>
                  <a:ext cx="2451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FE4CF5B-72C8-17EE-9B2E-2D51BB85DBA0}"/>
                    </a:ext>
                  </a:extLst>
                </p14:cNvPr>
                <p14:cNvContentPartPr/>
                <p14:nvPr/>
              </p14:nvContentPartPr>
              <p14:xfrm>
                <a:off x="4455290" y="960416"/>
                <a:ext cx="308160" cy="424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FE4CF5B-72C8-17EE-9B2E-2D51BB85DBA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446290" y="951416"/>
                  <a:ext cx="32580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3FC6F0C-EAF4-E166-6CC4-9C867C63FFC3}"/>
                    </a:ext>
                  </a:extLst>
                </p14:cNvPr>
                <p14:cNvContentPartPr/>
                <p14:nvPr/>
              </p14:nvContentPartPr>
              <p14:xfrm>
                <a:off x="5153330" y="869336"/>
                <a:ext cx="294480" cy="487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3FC6F0C-EAF4-E166-6CC4-9C867C63FFC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144330" y="860336"/>
                  <a:ext cx="312120" cy="50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97" name="Group 31">
            <a:extLst>
              <a:ext uri="{FF2B5EF4-FFF2-40B4-BE49-F238E27FC236}">
                <a16:creationId xmlns:a16="http://schemas.microsoft.com/office/drawing/2014/main" id="{68E3AA7C-1D0B-0153-6BF9-9C97DE90910C}"/>
              </a:ext>
            </a:extLst>
          </p:cNvPr>
          <p:cNvGrpSpPr>
            <a:grpSpLocks/>
          </p:cNvGrpSpPr>
          <p:nvPr/>
        </p:nvGrpSpPr>
        <p:grpSpPr bwMode="auto">
          <a:xfrm>
            <a:off x="4827588" y="1800225"/>
            <a:ext cx="169862" cy="101600"/>
            <a:chOff x="3304010" y="1801016"/>
            <a:chExt cx="169200" cy="10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A4BF127-2715-8BE5-2BB5-B9444E96D74A}"/>
                    </a:ext>
                  </a:extLst>
                </p14:cNvPr>
                <p14:cNvContentPartPr/>
                <p14:nvPr/>
              </p14:nvContentPartPr>
              <p14:xfrm>
                <a:off x="3304010" y="1801016"/>
                <a:ext cx="150840" cy="15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A4BF127-2715-8BE5-2BB5-B9444E96D74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295010" y="1791807"/>
                  <a:ext cx="168480" cy="338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C78AC65-B59D-7613-4945-24C100B7FCDE}"/>
                    </a:ext>
                  </a:extLst>
                </p14:cNvPr>
                <p14:cNvContentPartPr/>
                <p14:nvPr/>
              </p14:nvContentPartPr>
              <p14:xfrm>
                <a:off x="3320930" y="1894616"/>
                <a:ext cx="152280" cy="7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C78AC65-B59D-7613-4945-24C100B7FCD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311951" y="1886007"/>
                  <a:ext cx="169878" cy="2479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98" name="Group 40">
            <a:extLst>
              <a:ext uri="{FF2B5EF4-FFF2-40B4-BE49-F238E27FC236}">
                <a16:creationId xmlns:a16="http://schemas.microsoft.com/office/drawing/2014/main" id="{8D12DC58-AA4E-D9ED-369B-794D423E0FA3}"/>
              </a:ext>
            </a:extLst>
          </p:cNvPr>
          <p:cNvGrpSpPr>
            <a:grpSpLocks/>
          </p:cNvGrpSpPr>
          <p:nvPr/>
        </p:nvGrpSpPr>
        <p:grpSpPr bwMode="auto">
          <a:xfrm>
            <a:off x="5194301" y="1568450"/>
            <a:ext cx="563563" cy="788988"/>
            <a:chOff x="3670850" y="1567736"/>
            <a:chExt cx="563040" cy="78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9B18F53-FD50-705C-5805-95F5272026DD}"/>
                    </a:ext>
                  </a:extLst>
                </p14:cNvPr>
                <p14:cNvContentPartPr/>
                <p14:nvPr/>
              </p14:nvContentPartPr>
              <p14:xfrm>
                <a:off x="3822770" y="1567736"/>
                <a:ext cx="19080" cy="117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9B18F53-FD50-705C-5805-95F5272026D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813770" y="1558736"/>
                  <a:ext cx="367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4D0783B-A98B-BC85-D876-EA77E3F699AD}"/>
                    </a:ext>
                  </a:extLst>
                </p14:cNvPr>
                <p14:cNvContentPartPr/>
                <p14:nvPr/>
              </p14:nvContentPartPr>
              <p14:xfrm>
                <a:off x="3670850" y="1706336"/>
                <a:ext cx="330840" cy="32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4D0783B-A98B-BC85-D876-EA77E3F699A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661850" y="1697235"/>
                  <a:ext cx="348480" cy="502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46D2F70-61AD-3C67-06DD-379D73FBEF1E}"/>
                    </a:ext>
                  </a:extLst>
                </p14:cNvPr>
                <p14:cNvContentPartPr/>
                <p14:nvPr/>
              </p14:nvContentPartPr>
              <p14:xfrm>
                <a:off x="3829970" y="1763576"/>
                <a:ext cx="173880" cy="143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46D2F70-61AD-3C67-06DD-379D73FBEF1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820951" y="1754576"/>
                  <a:ext cx="191557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2761D8A-E2E0-ABC0-67C6-EB387C0009A0}"/>
                    </a:ext>
                  </a:extLst>
                </p14:cNvPr>
                <p14:cNvContentPartPr/>
                <p14:nvPr/>
              </p14:nvContentPartPr>
              <p14:xfrm>
                <a:off x="3672290" y="1959416"/>
                <a:ext cx="561600" cy="80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2761D8A-E2E0-ABC0-67C6-EB387C0009A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663296" y="1950416"/>
                  <a:ext cx="579229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03702F5-E361-F345-6E14-EFBBB2127669}"/>
                    </a:ext>
                  </a:extLst>
                </p14:cNvPr>
                <p14:cNvContentPartPr/>
                <p14:nvPr/>
              </p14:nvContentPartPr>
              <p14:xfrm>
                <a:off x="3886490" y="2138696"/>
                <a:ext cx="164880" cy="218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03702F5-E361-F345-6E14-EFBBB212766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877490" y="2129696"/>
                  <a:ext cx="18252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99" name="Group 50">
            <a:extLst>
              <a:ext uri="{FF2B5EF4-FFF2-40B4-BE49-F238E27FC236}">
                <a16:creationId xmlns:a16="http://schemas.microsoft.com/office/drawing/2014/main" id="{0289D6DF-5941-5C88-6C40-02119B4BC118}"/>
              </a:ext>
            </a:extLst>
          </p:cNvPr>
          <p:cNvGrpSpPr>
            <a:grpSpLocks/>
          </p:cNvGrpSpPr>
          <p:nvPr/>
        </p:nvGrpSpPr>
        <p:grpSpPr bwMode="auto">
          <a:xfrm>
            <a:off x="5853113" y="1824038"/>
            <a:ext cx="184150" cy="152400"/>
            <a:chOff x="4328930" y="1823336"/>
            <a:chExt cx="183600" cy="15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5D442E5-A2AE-228B-A072-82F50325D35F}"/>
                    </a:ext>
                  </a:extLst>
                </p14:cNvPr>
                <p14:cNvContentPartPr/>
                <p14:nvPr/>
              </p14:nvContentPartPr>
              <p14:xfrm>
                <a:off x="4368170" y="1823336"/>
                <a:ext cx="105480" cy="141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5D442E5-A2AE-228B-A072-82F50325D35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359201" y="1814336"/>
                  <a:ext cx="1230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95642B8-1323-2145-5229-101F2EDBE29F}"/>
                    </a:ext>
                  </a:extLst>
                </p14:cNvPr>
                <p14:cNvContentPartPr/>
                <p14:nvPr/>
              </p14:nvContentPartPr>
              <p14:xfrm>
                <a:off x="4328930" y="1892456"/>
                <a:ext cx="183600" cy="83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95642B8-1323-2145-5229-101F2EDBE29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319930" y="1883456"/>
                  <a:ext cx="20124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00" name="Group 49">
            <a:extLst>
              <a:ext uri="{FF2B5EF4-FFF2-40B4-BE49-F238E27FC236}">
                <a16:creationId xmlns:a16="http://schemas.microsoft.com/office/drawing/2014/main" id="{0D1B0B98-2995-B582-E92C-14BE23C7D21B}"/>
              </a:ext>
            </a:extLst>
          </p:cNvPr>
          <p:cNvGrpSpPr>
            <a:grpSpLocks/>
          </p:cNvGrpSpPr>
          <p:nvPr/>
        </p:nvGrpSpPr>
        <p:grpSpPr bwMode="auto">
          <a:xfrm>
            <a:off x="6283326" y="1620839"/>
            <a:ext cx="773113" cy="200025"/>
            <a:chOff x="4759850" y="1621376"/>
            <a:chExt cx="772920" cy="20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63F0BB6-1423-6315-F52A-5A9AB44E51DC}"/>
                    </a:ext>
                  </a:extLst>
                </p14:cNvPr>
                <p14:cNvContentPartPr/>
                <p14:nvPr/>
              </p14:nvContentPartPr>
              <p14:xfrm>
                <a:off x="4995650" y="1621376"/>
                <a:ext cx="36720" cy="118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63F0BB6-1423-6315-F52A-5A9AB44E51D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986650" y="1612376"/>
                  <a:ext cx="543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7EAE808-88EC-B455-1559-67C2D58BDAA6}"/>
                    </a:ext>
                  </a:extLst>
                </p14:cNvPr>
                <p14:cNvContentPartPr/>
                <p14:nvPr/>
              </p14:nvContentPartPr>
              <p14:xfrm>
                <a:off x="4759850" y="1772216"/>
                <a:ext cx="772920" cy="49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7EAE808-88EC-B455-1559-67C2D58BDAA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750850" y="1763281"/>
                  <a:ext cx="790560" cy="6683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01" name="Group 12300">
            <a:extLst>
              <a:ext uri="{FF2B5EF4-FFF2-40B4-BE49-F238E27FC236}">
                <a16:creationId xmlns:a16="http://schemas.microsoft.com/office/drawing/2014/main" id="{F9662364-8FA3-1E65-CAED-01A41EFFF852}"/>
              </a:ext>
            </a:extLst>
          </p:cNvPr>
          <p:cNvGrpSpPr>
            <a:grpSpLocks/>
          </p:cNvGrpSpPr>
          <p:nvPr/>
        </p:nvGrpSpPr>
        <p:grpSpPr bwMode="auto">
          <a:xfrm>
            <a:off x="6399213" y="1955801"/>
            <a:ext cx="633412" cy="512763"/>
            <a:chOff x="4875770" y="1955816"/>
            <a:chExt cx="633240" cy="51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0D23459-C354-A665-A596-7B3C0F708AD5}"/>
                    </a:ext>
                  </a:extLst>
                </p14:cNvPr>
                <p14:cNvContentPartPr/>
                <p14:nvPr/>
              </p14:nvContentPartPr>
              <p14:xfrm>
                <a:off x="4965050" y="1955816"/>
                <a:ext cx="115920" cy="182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0D23459-C354-A665-A596-7B3C0F708AD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956050" y="1946816"/>
                  <a:ext cx="1335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79527CE-1DF0-B09F-1BCA-F1A058CA19EE}"/>
                    </a:ext>
                  </a:extLst>
                </p14:cNvPr>
                <p14:cNvContentPartPr/>
                <p14:nvPr/>
              </p14:nvContentPartPr>
              <p14:xfrm>
                <a:off x="4875770" y="2205656"/>
                <a:ext cx="303480" cy="36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79527CE-1DF0-B09F-1BCA-F1A058CA19E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866781" y="2196656"/>
                  <a:ext cx="321099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0B386C4-36FB-8DEB-8D24-64A3A3F98825}"/>
                    </a:ext>
                  </a:extLst>
                </p14:cNvPr>
                <p14:cNvContentPartPr/>
                <p14:nvPr/>
              </p14:nvContentPartPr>
              <p14:xfrm>
                <a:off x="5082050" y="2339576"/>
                <a:ext cx="12240" cy="128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0B386C4-36FB-8DEB-8D24-64A3A3F9882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073050" y="2330576"/>
                  <a:ext cx="298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EE7486B-B520-4D0B-9A32-186A65821EBC}"/>
                    </a:ext>
                  </a:extLst>
                </p14:cNvPr>
                <p14:cNvContentPartPr/>
                <p14:nvPr/>
              </p14:nvContentPartPr>
              <p14:xfrm>
                <a:off x="5277530" y="2124296"/>
                <a:ext cx="158400" cy="22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EE7486B-B520-4D0B-9A32-186A65821EB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268530" y="2115439"/>
                  <a:ext cx="176040" cy="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F3989FE-4D9E-2369-AEAF-6B33148BEFB1}"/>
                    </a:ext>
                  </a:extLst>
                </p14:cNvPr>
                <p14:cNvContentPartPr/>
                <p14:nvPr/>
              </p14:nvContentPartPr>
              <p14:xfrm>
                <a:off x="5326850" y="2053736"/>
                <a:ext cx="42840" cy="173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F3989FE-4D9E-2369-AEAF-6B33148BEFB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317925" y="2044736"/>
                  <a:ext cx="60333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70B6475-692D-E775-235B-8BE7C758EBA8}"/>
                    </a:ext>
                  </a:extLst>
                </p14:cNvPr>
                <p14:cNvContentPartPr/>
                <p14:nvPr/>
              </p14:nvContentPartPr>
              <p14:xfrm>
                <a:off x="5498930" y="2027096"/>
                <a:ext cx="10080" cy="202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70B6475-692D-E775-235B-8BE7C758EBA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489930" y="2018096"/>
                  <a:ext cx="2772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02" name="Group 12299">
            <a:extLst>
              <a:ext uri="{FF2B5EF4-FFF2-40B4-BE49-F238E27FC236}">
                <a16:creationId xmlns:a16="http://schemas.microsoft.com/office/drawing/2014/main" id="{7C68824B-9BEB-7920-A06D-26C0E0010DA1}"/>
              </a:ext>
            </a:extLst>
          </p:cNvPr>
          <p:cNvGrpSpPr>
            <a:grpSpLocks/>
          </p:cNvGrpSpPr>
          <p:nvPr/>
        </p:nvGrpSpPr>
        <p:grpSpPr bwMode="auto">
          <a:xfrm>
            <a:off x="7107239" y="1668463"/>
            <a:ext cx="168275" cy="176212"/>
            <a:chOff x="5582810" y="1667816"/>
            <a:chExt cx="168840" cy="17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E230560-079E-1602-E95F-3DC0FD8ED536}"/>
                    </a:ext>
                  </a:extLst>
                </p14:cNvPr>
                <p14:cNvContentPartPr/>
                <p14:nvPr/>
              </p14:nvContentPartPr>
              <p14:xfrm>
                <a:off x="5624930" y="1667816"/>
                <a:ext cx="117000" cy="1540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E230560-079E-1602-E95F-3DC0FD8ED53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615930" y="1658816"/>
                  <a:ext cx="134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B260AF0-999B-F2ED-7BBE-5B4D1E4BA325}"/>
                    </a:ext>
                  </a:extLst>
                </p14:cNvPr>
                <p14:cNvContentPartPr/>
                <p14:nvPr/>
              </p14:nvContentPartPr>
              <p14:xfrm>
                <a:off x="5582810" y="1710656"/>
                <a:ext cx="168840" cy="1335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B260AF0-999B-F2ED-7BBE-5B4D1E4BA32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573810" y="1701656"/>
                  <a:ext cx="18648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03" name="Group 12298">
            <a:extLst>
              <a:ext uri="{FF2B5EF4-FFF2-40B4-BE49-F238E27FC236}">
                <a16:creationId xmlns:a16="http://schemas.microsoft.com/office/drawing/2014/main" id="{A71D8F30-2580-9E23-D58F-3B263297A4F2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1511301"/>
            <a:ext cx="763588" cy="303213"/>
            <a:chOff x="6019850" y="1511216"/>
            <a:chExt cx="763200" cy="30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FA7B0CB-33FE-B437-2BF5-839DB6D00479}"/>
                    </a:ext>
                  </a:extLst>
                </p14:cNvPr>
                <p14:cNvContentPartPr/>
                <p14:nvPr/>
              </p14:nvContentPartPr>
              <p14:xfrm>
                <a:off x="6182930" y="1511216"/>
                <a:ext cx="65880" cy="201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FA7B0CB-33FE-B437-2BF5-839DB6D0047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173930" y="1502216"/>
                  <a:ext cx="835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B801E1D-BB04-530E-090C-BCDB2074FCD3}"/>
                    </a:ext>
                  </a:extLst>
                </p14:cNvPr>
                <p14:cNvContentPartPr/>
                <p14:nvPr/>
              </p14:nvContentPartPr>
              <p14:xfrm>
                <a:off x="6019850" y="1772576"/>
                <a:ext cx="763200" cy="42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B801E1D-BB04-530E-090C-BCDB2074FCD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010846" y="1763652"/>
                  <a:ext cx="780848" cy="5961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04" name="Group 12288">
            <a:extLst>
              <a:ext uri="{FF2B5EF4-FFF2-40B4-BE49-F238E27FC236}">
                <a16:creationId xmlns:a16="http://schemas.microsoft.com/office/drawing/2014/main" id="{F36435D8-3753-C485-866C-315D498A04F3}"/>
              </a:ext>
            </a:extLst>
          </p:cNvPr>
          <p:cNvGrpSpPr>
            <a:grpSpLocks/>
          </p:cNvGrpSpPr>
          <p:nvPr/>
        </p:nvGrpSpPr>
        <p:grpSpPr bwMode="auto">
          <a:xfrm>
            <a:off x="7646989" y="1963738"/>
            <a:ext cx="884237" cy="544512"/>
            <a:chOff x="6122450" y="1963736"/>
            <a:chExt cx="884520" cy="54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8697D0D-CE31-16EE-38DF-688F33C065F7}"/>
                    </a:ext>
                  </a:extLst>
                </p14:cNvPr>
                <p14:cNvContentPartPr/>
                <p14:nvPr/>
              </p14:nvContentPartPr>
              <p14:xfrm>
                <a:off x="6249890" y="1963736"/>
                <a:ext cx="111960" cy="219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8697D0D-CE31-16EE-38DF-688F33C065F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240890" y="1954736"/>
                  <a:ext cx="1296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AC16CF9-84DE-5090-4526-8ACFC5135A1E}"/>
                    </a:ext>
                  </a:extLst>
                </p14:cNvPr>
                <p14:cNvContentPartPr/>
                <p14:nvPr/>
              </p14:nvContentPartPr>
              <p14:xfrm>
                <a:off x="6122450" y="2227976"/>
                <a:ext cx="335160" cy="10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AC16CF9-84DE-5090-4526-8ACFC5135A1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113450" y="2218666"/>
                  <a:ext cx="352800" cy="290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95B1623-65A7-C994-CF06-D3FCC0313981}"/>
                    </a:ext>
                  </a:extLst>
                </p14:cNvPr>
                <p14:cNvContentPartPr/>
                <p14:nvPr/>
              </p14:nvContentPartPr>
              <p14:xfrm>
                <a:off x="6299570" y="2341376"/>
                <a:ext cx="190800" cy="1666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95B1623-65A7-C994-CF06-D3FCC031398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290570" y="2332376"/>
                  <a:ext cx="2084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0EAF50D-AD57-BF90-75C5-A29ED7247CE4}"/>
                    </a:ext>
                  </a:extLst>
                </p14:cNvPr>
                <p14:cNvContentPartPr/>
                <p14:nvPr/>
              </p14:nvContentPartPr>
              <p14:xfrm>
                <a:off x="6608450" y="2190896"/>
                <a:ext cx="216360" cy="21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0EAF50D-AD57-BF90-75C5-A29ED7247CE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599465" y="2181746"/>
                  <a:ext cx="233971" cy="398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A85F1A7-B594-8240-222E-D2501608BC39}"/>
                    </a:ext>
                  </a:extLst>
                </p14:cNvPr>
                <p14:cNvContentPartPr/>
                <p14:nvPr/>
              </p14:nvContentPartPr>
              <p14:xfrm>
                <a:off x="6641930" y="2107736"/>
                <a:ext cx="109080" cy="284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A85F1A7-B594-8240-222E-D2501608BC3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632930" y="2098736"/>
                  <a:ext cx="1267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2288" name="Ink 12287">
                  <a:extLst>
                    <a:ext uri="{FF2B5EF4-FFF2-40B4-BE49-F238E27FC236}">
                      <a16:creationId xmlns:a16="http://schemas.microsoft.com/office/drawing/2014/main" id="{6E72D192-526C-A928-516B-46DA55DC3EDC}"/>
                    </a:ext>
                  </a:extLst>
                </p14:cNvPr>
                <p14:cNvContentPartPr/>
                <p14:nvPr/>
              </p14:nvContentPartPr>
              <p14:xfrm>
                <a:off x="6974570" y="2035376"/>
                <a:ext cx="32400" cy="315360"/>
              </p14:xfrm>
            </p:contentPart>
          </mc:Choice>
          <mc:Fallback>
            <p:pic>
              <p:nvPicPr>
                <p:cNvPr id="12288" name="Ink 12287">
                  <a:extLst>
                    <a:ext uri="{FF2B5EF4-FFF2-40B4-BE49-F238E27FC236}">
                      <a16:creationId xmlns:a16="http://schemas.microsoft.com/office/drawing/2014/main" id="{6E72D192-526C-A928-516B-46DA55DC3ED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965570" y="2026376"/>
                  <a:ext cx="50040" cy="33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05" name="Group 12307">
            <a:extLst>
              <a:ext uri="{FF2B5EF4-FFF2-40B4-BE49-F238E27FC236}">
                <a16:creationId xmlns:a16="http://schemas.microsoft.com/office/drawing/2014/main" id="{DADE0869-299F-469A-B7E3-0083E6335D13}"/>
              </a:ext>
            </a:extLst>
          </p:cNvPr>
          <p:cNvGrpSpPr>
            <a:grpSpLocks/>
          </p:cNvGrpSpPr>
          <p:nvPr/>
        </p:nvGrpSpPr>
        <p:grpSpPr bwMode="auto">
          <a:xfrm>
            <a:off x="5461001" y="2571750"/>
            <a:ext cx="417513" cy="242888"/>
            <a:chOff x="3937250" y="2571416"/>
            <a:chExt cx="417960" cy="24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2" name="Ink 12301">
                  <a:extLst>
                    <a:ext uri="{FF2B5EF4-FFF2-40B4-BE49-F238E27FC236}">
                      <a16:creationId xmlns:a16="http://schemas.microsoft.com/office/drawing/2014/main" id="{AB885645-0465-68C7-69D4-27580C327D8A}"/>
                    </a:ext>
                  </a:extLst>
                </p14:cNvPr>
                <p14:cNvContentPartPr/>
                <p14:nvPr/>
              </p14:nvContentPartPr>
              <p14:xfrm>
                <a:off x="3997730" y="2571416"/>
                <a:ext cx="9360" cy="166320"/>
              </p14:xfrm>
            </p:contentPart>
          </mc:Choice>
          <mc:Fallback>
            <p:pic>
              <p:nvPicPr>
                <p:cNvPr id="2" name="Ink 12301">
                  <a:extLst>
                    <a:ext uri="{FF2B5EF4-FFF2-40B4-BE49-F238E27FC236}">
                      <a16:creationId xmlns:a16="http://schemas.microsoft.com/office/drawing/2014/main" id="{AB885645-0465-68C7-69D4-27580C327D8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988730" y="2562416"/>
                  <a:ext cx="270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3" name="Ink 12302">
                  <a:extLst>
                    <a:ext uri="{FF2B5EF4-FFF2-40B4-BE49-F238E27FC236}">
                      <a16:creationId xmlns:a16="http://schemas.microsoft.com/office/drawing/2014/main" id="{11609F45-351E-540F-8B96-1C957BCACD08}"/>
                    </a:ext>
                  </a:extLst>
                </p14:cNvPr>
                <p14:cNvContentPartPr/>
                <p14:nvPr/>
              </p14:nvContentPartPr>
              <p14:xfrm>
                <a:off x="4016810" y="2595896"/>
                <a:ext cx="127080" cy="146880"/>
              </p14:xfrm>
            </p:contentPart>
          </mc:Choice>
          <mc:Fallback>
            <p:pic>
              <p:nvPicPr>
                <p:cNvPr id="3" name="Ink 12302">
                  <a:extLst>
                    <a:ext uri="{FF2B5EF4-FFF2-40B4-BE49-F238E27FC236}">
                      <a16:creationId xmlns:a16="http://schemas.microsoft.com/office/drawing/2014/main" id="{11609F45-351E-540F-8B96-1C957BCACD0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007810" y="2586896"/>
                  <a:ext cx="1447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4" name="Ink 12304">
                  <a:extLst>
                    <a:ext uri="{FF2B5EF4-FFF2-40B4-BE49-F238E27FC236}">
                      <a16:creationId xmlns:a16="http://schemas.microsoft.com/office/drawing/2014/main" id="{01150548-539B-4F5B-EF8A-CB2984A412EB}"/>
                    </a:ext>
                  </a:extLst>
                </p14:cNvPr>
                <p14:cNvContentPartPr/>
                <p14:nvPr/>
              </p14:nvContentPartPr>
              <p14:xfrm>
                <a:off x="3937250" y="2792816"/>
                <a:ext cx="417960" cy="22320"/>
              </p14:xfrm>
            </p:contentPart>
          </mc:Choice>
          <mc:Fallback>
            <p:pic>
              <p:nvPicPr>
                <p:cNvPr id="4" name="Ink 12304">
                  <a:extLst>
                    <a:ext uri="{FF2B5EF4-FFF2-40B4-BE49-F238E27FC236}">
                      <a16:creationId xmlns:a16="http://schemas.microsoft.com/office/drawing/2014/main" id="{01150548-539B-4F5B-EF8A-CB2984A412E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928258" y="2783816"/>
                  <a:ext cx="435585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2306" name="Ink 12305">
                  <a:extLst>
                    <a:ext uri="{FF2B5EF4-FFF2-40B4-BE49-F238E27FC236}">
                      <a16:creationId xmlns:a16="http://schemas.microsoft.com/office/drawing/2014/main" id="{DBC7B95F-C131-17D7-F12E-4C680A41A295}"/>
                    </a:ext>
                  </a:extLst>
                </p14:cNvPr>
                <p14:cNvContentPartPr/>
                <p14:nvPr/>
              </p14:nvContentPartPr>
              <p14:xfrm>
                <a:off x="4001330" y="2674376"/>
                <a:ext cx="12240" cy="129960"/>
              </p14:xfrm>
            </p:contentPart>
          </mc:Choice>
          <mc:Fallback>
            <p:pic>
              <p:nvPicPr>
                <p:cNvPr id="12306" name="Ink 12305">
                  <a:extLst>
                    <a:ext uri="{FF2B5EF4-FFF2-40B4-BE49-F238E27FC236}">
                      <a16:creationId xmlns:a16="http://schemas.microsoft.com/office/drawing/2014/main" id="{DBC7B95F-C131-17D7-F12E-4C680A41A29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992330" y="2665376"/>
                  <a:ext cx="29880" cy="14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12307" name="Ink 12306">
                <a:extLst>
                  <a:ext uri="{FF2B5EF4-FFF2-40B4-BE49-F238E27FC236}">
                    <a16:creationId xmlns:a16="http://schemas.microsoft.com/office/drawing/2014/main" id="{ECA53FC1-AA7A-8B90-63A8-44FE988A088D}"/>
                  </a:ext>
                </a:extLst>
              </p14:cNvPr>
              <p14:cNvContentPartPr/>
              <p14:nvPr/>
            </p14:nvContentPartPr>
            <p14:xfrm>
              <a:off x="5553410" y="2920256"/>
              <a:ext cx="132120" cy="195120"/>
            </p14:xfrm>
          </p:contentPart>
        </mc:Choice>
        <mc:Fallback>
          <p:pic>
            <p:nvPicPr>
              <p:cNvPr id="12307" name="Ink 12306">
                <a:extLst>
                  <a:ext uri="{FF2B5EF4-FFF2-40B4-BE49-F238E27FC236}">
                    <a16:creationId xmlns:a16="http://schemas.microsoft.com/office/drawing/2014/main" id="{ECA53FC1-AA7A-8B90-63A8-44FE988A088D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5544434" y="2911273"/>
                <a:ext cx="149712" cy="212728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12316">
            <a:extLst>
              <a:ext uri="{FF2B5EF4-FFF2-40B4-BE49-F238E27FC236}">
                <a16:creationId xmlns:a16="http://schemas.microsoft.com/office/drawing/2014/main" id="{9E9CF64E-A6A7-733E-0E1B-EC85725C5046}"/>
              </a:ext>
            </a:extLst>
          </p:cNvPr>
          <p:cNvGrpSpPr>
            <a:grpSpLocks/>
          </p:cNvGrpSpPr>
          <p:nvPr/>
        </p:nvGrpSpPr>
        <p:grpSpPr bwMode="auto">
          <a:xfrm>
            <a:off x="6464301" y="2651126"/>
            <a:ext cx="773113" cy="574675"/>
            <a:chOff x="4939850" y="2650976"/>
            <a:chExt cx="772920" cy="57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2309" name="Ink 12308">
                  <a:extLst>
                    <a:ext uri="{FF2B5EF4-FFF2-40B4-BE49-F238E27FC236}">
                      <a16:creationId xmlns:a16="http://schemas.microsoft.com/office/drawing/2014/main" id="{B51CC80A-37D2-19EC-414D-560DF156D3B9}"/>
                    </a:ext>
                  </a:extLst>
                </p14:cNvPr>
                <p14:cNvContentPartPr/>
                <p14:nvPr/>
              </p14:nvContentPartPr>
              <p14:xfrm>
                <a:off x="5066210" y="2650976"/>
                <a:ext cx="8640" cy="105840"/>
              </p14:xfrm>
            </p:contentPart>
          </mc:Choice>
          <mc:Fallback>
            <p:pic>
              <p:nvPicPr>
                <p:cNvPr id="12309" name="Ink 12308">
                  <a:extLst>
                    <a:ext uri="{FF2B5EF4-FFF2-40B4-BE49-F238E27FC236}">
                      <a16:creationId xmlns:a16="http://schemas.microsoft.com/office/drawing/2014/main" id="{B51CC80A-37D2-19EC-414D-560DF156D3B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056819" y="2641945"/>
                  <a:ext cx="27047" cy="1235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2310" name="Ink 12309">
                  <a:extLst>
                    <a:ext uri="{FF2B5EF4-FFF2-40B4-BE49-F238E27FC236}">
                      <a16:creationId xmlns:a16="http://schemas.microsoft.com/office/drawing/2014/main" id="{5DF3AE24-EB98-6B44-C902-F4ACC69E238A}"/>
                    </a:ext>
                  </a:extLst>
                </p14:cNvPr>
                <p14:cNvContentPartPr/>
                <p14:nvPr/>
              </p14:nvContentPartPr>
              <p14:xfrm>
                <a:off x="4939850" y="2774456"/>
                <a:ext cx="619560" cy="26280"/>
              </p14:xfrm>
            </p:contentPart>
          </mc:Choice>
          <mc:Fallback>
            <p:pic>
              <p:nvPicPr>
                <p:cNvPr id="12310" name="Ink 12309">
                  <a:extLst>
                    <a:ext uri="{FF2B5EF4-FFF2-40B4-BE49-F238E27FC236}">
                      <a16:creationId xmlns:a16="http://schemas.microsoft.com/office/drawing/2014/main" id="{5DF3AE24-EB98-6B44-C902-F4ACC69E238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930845" y="2765331"/>
                  <a:ext cx="637210" cy="441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2311" name="Ink 12310">
                  <a:extLst>
                    <a:ext uri="{FF2B5EF4-FFF2-40B4-BE49-F238E27FC236}">
                      <a16:creationId xmlns:a16="http://schemas.microsoft.com/office/drawing/2014/main" id="{5973B7F6-6D2B-78C5-2C97-88B8C3D392A5}"/>
                    </a:ext>
                  </a:extLst>
                </p14:cNvPr>
                <p14:cNvContentPartPr/>
                <p14:nvPr/>
              </p14:nvContentPartPr>
              <p14:xfrm>
                <a:off x="5045690" y="2884976"/>
                <a:ext cx="105120" cy="162000"/>
              </p14:xfrm>
            </p:contentPart>
          </mc:Choice>
          <mc:Fallback>
            <p:pic>
              <p:nvPicPr>
                <p:cNvPr id="12311" name="Ink 12310">
                  <a:extLst>
                    <a:ext uri="{FF2B5EF4-FFF2-40B4-BE49-F238E27FC236}">
                      <a16:creationId xmlns:a16="http://schemas.microsoft.com/office/drawing/2014/main" id="{5973B7F6-6D2B-78C5-2C97-88B8C3D392A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036690" y="2875976"/>
                  <a:ext cx="1227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2312" name="Ink 12311">
                  <a:extLst>
                    <a:ext uri="{FF2B5EF4-FFF2-40B4-BE49-F238E27FC236}">
                      <a16:creationId xmlns:a16="http://schemas.microsoft.com/office/drawing/2014/main" id="{12CFF3BE-356E-124A-AAA6-2330A856930B}"/>
                    </a:ext>
                  </a:extLst>
                </p14:cNvPr>
                <p14:cNvContentPartPr/>
                <p14:nvPr/>
              </p14:nvContentPartPr>
              <p14:xfrm>
                <a:off x="5011130" y="2965616"/>
                <a:ext cx="276480" cy="254160"/>
              </p14:xfrm>
            </p:contentPart>
          </mc:Choice>
          <mc:Fallback>
            <p:pic>
              <p:nvPicPr>
                <p:cNvPr id="12312" name="Ink 12311">
                  <a:extLst>
                    <a:ext uri="{FF2B5EF4-FFF2-40B4-BE49-F238E27FC236}">
                      <a16:creationId xmlns:a16="http://schemas.microsoft.com/office/drawing/2014/main" id="{12CFF3BE-356E-124A-AAA6-2330A856930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002130" y="2956616"/>
                  <a:ext cx="2941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2313" name="Ink 12312">
                  <a:extLst>
                    <a:ext uri="{FF2B5EF4-FFF2-40B4-BE49-F238E27FC236}">
                      <a16:creationId xmlns:a16="http://schemas.microsoft.com/office/drawing/2014/main" id="{8411142D-180A-EC2F-0739-8E8658FDD69C}"/>
                    </a:ext>
                  </a:extLst>
                </p14:cNvPr>
                <p14:cNvContentPartPr/>
                <p14:nvPr/>
              </p14:nvContentPartPr>
              <p14:xfrm>
                <a:off x="5164490" y="3105296"/>
                <a:ext cx="149760" cy="120600"/>
              </p14:xfrm>
            </p:contentPart>
          </mc:Choice>
          <mc:Fallback>
            <p:pic>
              <p:nvPicPr>
                <p:cNvPr id="12313" name="Ink 12312">
                  <a:extLst>
                    <a:ext uri="{FF2B5EF4-FFF2-40B4-BE49-F238E27FC236}">
                      <a16:creationId xmlns:a16="http://schemas.microsoft.com/office/drawing/2014/main" id="{8411142D-180A-EC2F-0739-8E8658FDD69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155490" y="3096296"/>
                  <a:ext cx="1674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" name="Ink 12313">
                  <a:extLst>
                    <a:ext uri="{FF2B5EF4-FFF2-40B4-BE49-F238E27FC236}">
                      <a16:creationId xmlns:a16="http://schemas.microsoft.com/office/drawing/2014/main" id="{2CC8D2E0-11BC-ED2A-C371-3E41E4AC15AE}"/>
                    </a:ext>
                  </a:extLst>
                </p14:cNvPr>
                <p14:cNvContentPartPr/>
                <p14:nvPr/>
              </p14:nvContentPartPr>
              <p14:xfrm>
                <a:off x="5426570" y="3031856"/>
                <a:ext cx="146880" cy="27000"/>
              </p14:xfrm>
            </p:contentPart>
          </mc:Choice>
          <mc:Fallback>
            <p:pic>
              <p:nvPicPr>
                <p:cNvPr id="6" name="Ink 12313">
                  <a:extLst>
                    <a:ext uri="{FF2B5EF4-FFF2-40B4-BE49-F238E27FC236}">
                      <a16:creationId xmlns:a16="http://schemas.microsoft.com/office/drawing/2014/main" id="{2CC8D2E0-11BC-ED2A-C371-3E41E4AC15A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417570" y="3022856"/>
                  <a:ext cx="1645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2315" name="Ink 12314">
                  <a:extLst>
                    <a:ext uri="{FF2B5EF4-FFF2-40B4-BE49-F238E27FC236}">
                      <a16:creationId xmlns:a16="http://schemas.microsoft.com/office/drawing/2014/main" id="{C2130350-36CF-0A63-8171-BBEA2149E94B}"/>
                    </a:ext>
                  </a:extLst>
                </p14:cNvPr>
                <p14:cNvContentPartPr/>
                <p14:nvPr/>
              </p14:nvContentPartPr>
              <p14:xfrm>
                <a:off x="5480210" y="2974256"/>
                <a:ext cx="31320" cy="168120"/>
              </p14:xfrm>
            </p:contentPart>
          </mc:Choice>
          <mc:Fallback>
            <p:pic>
              <p:nvPicPr>
                <p:cNvPr id="12315" name="Ink 12314">
                  <a:extLst>
                    <a:ext uri="{FF2B5EF4-FFF2-40B4-BE49-F238E27FC236}">
                      <a16:creationId xmlns:a16="http://schemas.microsoft.com/office/drawing/2014/main" id="{C2130350-36CF-0A63-8171-BBEA2149E94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471105" y="2965275"/>
                  <a:ext cx="49165" cy="1857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2316" name="Ink 12315">
                  <a:extLst>
                    <a:ext uri="{FF2B5EF4-FFF2-40B4-BE49-F238E27FC236}">
                      <a16:creationId xmlns:a16="http://schemas.microsoft.com/office/drawing/2014/main" id="{D78C970B-2F01-D34C-14F5-5124466E3035}"/>
                    </a:ext>
                  </a:extLst>
                </p14:cNvPr>
                <p14:cNvContentPartPr/>
                <p14:nvPr/>
              </p14:nvContentPartPr>
              <p14:xfrm>
                <a:off x="5683970" y="2911976"/>
                <a:ext cx="28800" cy="153720"/>
              </p14:xfrm>
            </p:contentPart>
          </mc:Choice>
          <mc:Fallback>
            <p:pic>
              <p:nvPicPr>
                <p:cNvPr id="12316" name="Ink 12315">
                  <a:extLst>
                    <a:ext uri="{FF2B5EF4-FFF2-40B4-BE49-F238E27FC236}">
                      <a16:creationId xmlns:a16="http://schemas.microsoft.com/office/drawing/2014/main" id="{D78C970B-2F01-D34C-14F5-5124466E303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674970" y="2902976"/>
                  <a:ext cx="4644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08" name="Group 12325">
            <a:extLst>
              <a:ext uri="{FF2B5EF4-FFF2-40B4-BE49-F238E27FC236}">
                <a16:creationId xmlns:a16="http://schemas.microsoft.com/office/drawing/2014/main" id="{88D954E1-C638-EDB7-57C6-9F7E58F6D0A5}"/>
              </a:ext>
            </a:extLst>
          </p:cNvPr>
          <p:cNvGrpSpPr>
            <a:grpSpLocks/>
          </p:cNvGrpSpPr>
          <p:nvPr/>
        </p:nvGrpSpPr>
        <p:grpSpPr bwMode="auto">
          <a:xfrm>
            <a:off x="7743825" y="2593976"/>
            <a:ext cx="730250" cy="601663"/>
            <a:chOff x="6220010" y="2593376"/>
            <a:chExt cx="730800" cy="60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2318" name="Ink 12317">
                  <a:extLst>
                    <a:ext uri="{FF2B5EF4-FFF2-40B4-BE49-F238E27FC236}">
                      <a16:creationId xmlns:a16="http://schemas.microsoft.com/office/drawing/2014/main" id="{7AA11F62-BD21-6DFD-A05C-9E2574E318DB}"/>
                    </a:ext>
                  </a:extLst>
                </p14:cNvPr>
                <p14:cNvContentPartPr/>
                <p14:nvPr/>
              </p14:nvContentPartPr>
              <p14:xfrm>
                <a:off x="6394970" y="2593376"/>
                <a:ext cx="9360" cy="130680"/>
              </p14:xfrm>
            </p:contentPart>
          </mc:Choice>
          <mc:Fallback>
            <p:pic>
              <p:nvPicPr>
                <p:cNvPr id="12318" name="Ink 12317">
                  <a:extLst>
                    <a:ext uri="{FF2B5EF4-FFF2-40B4-BE49-F238E27FC236}">
                      <a16:creationId xmlns:a16="http://schemas.microsoft.com/office/drawing/2014/main" id="{7AA11F62-BD21-6DFD-A05C-9E2574E318D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385970" y="2584376"/>
                  <a:ext cx="270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2319" name="Ink 12318">
                  <a:extLst>
                    <a:ext uri="{FF2B5EF4-FFF2-40B4-BE49-F238E27FC236}">
                      <a16:creationId xmlns:a16="http://schemas.microsoft.com/office/drawing/2014/main" id="{9B9FF6AA-03E7-6730-C1EE-2B154785C8FE}"/>
                    </a:ext>
                  </a:extLst>
                </p14:cNvPr>
                <p14:cNvContentPartPr/>
                <p14:nvPr/>
              </p14:nvContentPartPr>
              <p14:xfrm>
                <a:off x="6220010" y="2766176"/>
                <a:ext cx="571320" cy="12600"/>
              </p14:xfrm>
            </p:contentPart>
          </mc:Choice>
          <mc:Fallback>
            <p:pic>
              <p:nvPicPr>
                <p:cNvPr id="12319" name="Ink 12318">
                  <a:extLst>
                    <a:ext uri="{FF2B5EF4-FFF2-40B4-BE49-F238E27FC236}">
                      <a16:creationId xmlns:a16="http://schemas.microsoft.com/office/drawing/2014/main" id="{9B9FF6AA-03E7-6730-C1EE-2B154785C8F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211016" y="2757176"/>
                  <a:ext cx="588949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2320" name="Ink 12319">
                  <a:extLst>
                    <a:ext uri="{FF2B5EF4-FFF2-40B4-BE49-F238E27FC236}">
                      <a16:creationId xmlns:a16="http://schemas.microsoft.com/office/drawing/2014/main" id="{32440F4F-412C-E772-76B2-615EC0E4EFEC}"/>
                    </a:ext>
                  </a:extLst>
                </p14:cNvPr>
                <p14:cNvContentPartPr/>
                <p14:nvPr/>
              </p14:nvContentPartPr>
              <p14:xfrm>
                <a:off x="6447170" y="2860496"/>
                <a:ext cx="85320" cy="150120"/>
              </p14:xfrm>
            </p:contentPart>
          </mc:Choice>
          <mc:Fallback>
            <p:pic>
              <p:nvPicPr>
                <p:cNvPr id="12320" name="Ink 12319">
                  <a:extLst>
                    <a:ext uri="{FF2B5EF4-FFF2-40B4-BE49-F238E27FC236}">
                      <a16:creationId xmlns:a16="http://schemas.microsoft.com/office/drawing/2014/main" id="{32440F4F-412C-E772-76B2-615EC0E4EFE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438170" y="2851496"/>
                  <a:ext cx="1029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2321" name="Ink 12320">
                  <a:extLst>
                    <a:ext uri="{FF2B5EF4-FFF2-40B4-BE49-F238E27FC236}">
                      <a16:creationId xmlns:a16="http://schemas.microsoft.com/office/drawing/2014/main" id="{9EAF5755-31A3-D81A-0EDE-26E1A671D986}"/>
                    </a:ext>
                  </a:extLst>
                </p14:cNvPr>
                <p14:cNvContentPartPr/>
                <p14:nvPr/>
              </p14:nvContentPartPr>
              <p14:xfrm>
                <a:off x="6451490" y="2922416"/>
                <a:ext cx="201960" cy="201240"/>
              </p14:xfrm>
            </p:contentPart>
          </mc:Choice>
          <mc:Fallback>
            <p:pic>
              <p:nvPicPr>
                <p:cNvPr id="12321" name="Ink 12320">
                  <a:extLst>
                    <a:ext uri="{FF2B5EF4-FFF2-40B4-BE49-F238E27FC236}">
                      <a16:creationId xmlns:a16="http://schemas.microsoft.com/office/drawing/2014/main" id="{9EAF5755-31A3-D81A-0EDE-26E1A671D98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442490" y="2913416"/>
                  <a:ext cx="2196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2322" name="Ink 12321">
                  <a:extLst>
                    <a:ext uri="{FF2B5EF4-FFF2-40B4-BE49-F238E27FC236}">
                      <a16:creationId xmlns:a16="http://schemas.microsoft.com/office/drawing/2014/main" id="{18A45752-DD0D-C4F6-861A-FFF09E53F8D8}"/>
                    </a:ext>
                  </a:extLst>
                </p14:cNvPr>
                <p14:cNvContentPartPr/>
                <p14:nvPr/>
              </p14:nvContentPartPr>
              <p14:xfrm>
                <a:off x="6525290" y="3091256"/>
                <a:ext cx="132480" cy="105120"/>
              </p14:xfrm>
            </p:contentPart>
          </mc:Choice>
          <mc:Fallback>
            <p:pic>
              <p:nvPicPr>
                <p:cNvPr id="12322" name="Ink 12321">
                  <a:extLst>
                    <a:ext uri="{FF2B5EF4-FFF2-40B4-BE49-F238E27FC236}">
                      <a16:creationId xmlns:a16="http://schemas.microsoft.com/office/drawing/2014/main" id="{18A45752-DD0D-C4F6-861A-FFF09E53F8D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516290" y="3082225"/>
                  <a:ext cx="150120" cy="1228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2323" name="Ink 12322">
                  <a:extLst>
                    <a:ext uri="{FF2B5EF4-FFF2-40B4-BE49-F238E27FC236}">
                      <a16:creationId xmlns:a16="http://schemas.microsoft.com/office/drawing/2014/main" id="{9C9FA666-4884-3601-8C43-68F48249F0A0}"/>
                    </a:ext>
                  </a:extLst>
                </p14:cNvPr>
                <p14:cNvContentPartPr/>
                <p14:nvPr/>
              </p14:nvContentPartPr>
              <p14:xfrm>
                <a:off x="6711410" y="2972456"/>
                <a:ext cx="100080" cy="6840"/>
              </p14:xfrm>
            </p:contentPart>
          </mc:Choice>
          <mc:Fallback>
            <p:pic>
              <p:nvPicPr>
                <p:cNvPr id="12323" name="Ink 12322">
                  <a:extLst>
                    <a:ext uri="{FF2B5EF4-FFF2-40B4-BE49-F238E27FC236}">
                      <a16:creationId xmlns:a16="http://schemas.microsoft.com/office/drawing/2014/main" id="{9C9FA666-4884-3601-8C43-68F48249F0A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702410" y="2962956"/>
                  <a:ext cx="117720" cy="254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2324" name="Ink 12323">
                  <a:extLst>
                    <a:ext uri="{FF2B5EF4-FFF2-40B4-BE49-F238E27FC236}">
                      <a16:creationId xmlns:a16="http://schemas.microsoft.com/office/drawing/2014/main" id="{DA49DFF2-D1F4-BA84-B882-E30A0313F215}"/>
                    </a:ext>
                  </a:extLst>
                </p14:cNvPr>
                <p14:cNvContentPartPr/>
                <p14:nvPr/>
              </p14:nvContentPartPr>
              <p14:xfrm>
                <a:off x="6748490" y="2923856"/>
                <a:ext cx="3960" cy="128520"/>
              </p14:xfrm>
            </p:contentPart>
          </mc:Choice>
          <mc:Fallback>
            <p:pic>
              <p:nvPicPr>
                <p:cNvPr id="12324" name="Ink 12323">
                  <a:extLst>
                    <a:ext uri="{FF2B5EF4-FFF2-40B4-BE49-F238E27FC236}">
                      <a16:creationId xmlns:a16="http://schemas.microsoft.com/office/drawing/2014/main" id="{DA49DFF2-D1F4-BA84-B882-E30A0313F21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740240" y="2914856"/>
                  <a:ext cx="2013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2325" name="Ink 12324">
                  <a:extLst>
                    <a:ext uri="{FF2B5EF4-FFF2-40B4-BE49-F238E27FC236}">
                      <a16:creationId xmlns:a16="http://schemas.microsoft.com/office/drawing/2014/main" id="{667BEE1D-C48C-6947-6255-2B5A1B5AEDA8}"/>
                    </a:ext>
                  </a:extLst>
                </p14:cNvPr>
                <p14:cNvContentPartPr/>
                <p14:nvPr/>
              </p14:nvContentPartPr>
              <p14:xfrm>
                <a:off x="6929210" y="2840696"/>
                <a:ext cx="21600" cy="228240"/>
              </p14:xfrm>
            </p:contentPart>
          </mc:Choice>
          <mc:Fallback>
            <p:pic>
              <p:nvPicPr>
                <p:cNvPr id="12325" name="Ink 12324">
                  <a:extLst>
                    <a:ext uri="{FF2B5EF4-FFF2-40B4-BE49-F238E27FC236}">
                      <a16:creationId xmlns:a16="http://schemas.microsoft.com/office/drawing/2014/main" id="{667BEE1D-C48C-6947-6255-2B5A1B5AEDA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920210" y="2831696"/>
                  <a:ext cx="39240" cy="24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2332" name="Ink 12331">
                <a:extLst>
                  <a:ext uri="{FF2B5EF4-FFF2-40B4-BE49-F238E27FC236}">
                    <a16:creationId xmlns:a16="http://schemas.microsoft.com/office/drawing/2014/main" id="{5543D656-7237-C80D-5644-B5411A067ECB}"/>
                  </a:ext>
                </a:extLst>
              </p14:cNvPr>
              <p14:cNvContentPartPr/>
              <p14:nvPr/>
            </p14:nvContentPartPr>
            <p14:xfrm>
              <a:off x="6815570" y="3532616"/>
              <a:ext cx="16200" cy="168120"/>
            </p14:xfrm>
          </p:contentPart>
        </mc:Choice>
        <mc:Fallback>
          <p:pic>
            <p:nvPicPr>
              <p:cNvPr id="12332" name="Ink 12331">
                <a:extLst>
                  <a:ext uri="{FF2B5EF4-FFF2-40B4-BE49-F238E27FC236}">
                    <a16:creationId xmlns:a16="http://schemas.microsoft.com/office/drawing/2014/main" id="{5543D656-7237-C80D-5644-B5411A067ECB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6806766" y="3523635"/>
                <a:ext cx="33457" cy="1857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2333" name="Ink 12332">
                <a:extLst>
                  <a:ext uri="{FF2B5EF4-FFF2-40B4-BE49-F238E27FC236}">
                    <a16:creationId xmlns:a16="http://schemas.microsoft.com/office/drawing/2014/main" id="{24B25D62-F16C-B2A7-D73C-620A356BD2DE}"/>
                  </a:ext>
                </a:extLst>
              </p14:cNvPr>
              <p14:cNvContentPartPr/>
              <p14:nvPr/>
            </p14:nvContentPartPr>
            <p14:xfrm>
              <a:off x="7968290" y="3566816"/>
              <a:ext cx="245160" cy="170640"/>
            </p14:xfrm>
          </p:contentPart>
        </mc:Choice>
        <mc:Fallback>
          <p:pic>
            <p:nvPicPr>
              <p:cNvPr id="12333" name="Ink 12332">
                <a:extLst>
                  <a:ext uri="{FF2B5EF4-FFF2-40B4-BE49-F238E27FC236}">
                    <a16:creationId xmlns:a16="http://schemas.microsoft.com/office/drawing/2014/main" id="{24B25D62-F16C-B2A7-D73C-620A356BD2DE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7959290" y="3557816"/>
                <a:ext cx="2628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2334" name="Ink 12333">
                <a:extLst>
                  <a:ext uri="{FF2B5EF4-FFF2-40B4-BE49-F238E27FC236}">
                    <a16:creationId xmlns:a16="http://schemas.microsoft.com/office/drawing/2014/main" id="{169496B9-F00B-0EF8-DAC6-447B7C9B093E}"/>
                  </a:ext>
                </a:extLst>
              </p14:cNvPr>
              <p14:cNvContentPartPr/>
              <p14:nvPr/>
            </p14:nvContentPartPr>
            <p14:xfrm>
              <a:off x="5620370" y="4998896"/>
              <a:ext cx="601920" cy="423360"/>
            </p14:xfrm>
          </p:contentPart>
        </mc:Choice>
        <mc:Fallback>
          <p:pic>
            <p:nvPicPr>
              <p:cNvPr id="12334" name="Ink 12333">
                <a:extLst>
                  <a:ext uri="{FF2B5EF4-FFF2-40B4-BE49-F238E27FC236}">
                    <a16:creationId xmlns:a16="http://schemas.microsoft.com/office/drawing/2014/main" id="{169496B9-F00B-0EF8-DAC6-447B7C9B093E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5611365" y="4989896"/>
                <a:ext cx="619571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12335" name="Ink 12334">
                <a:extLst>
                  <a:ext uri="{FF2B5EF4-FFF2-40B4-BE49-F238E27FC236}">
                    <a16:creationId xmlns:a16="http://schemas.microsoft.com/office/drawing/2014/main" id="{1519EFD1-A9EB-0575-9F2F-805B189FABCB}"/>
                  </a:ext>
                </a:extLst>
              </p14:cNvPr>
              <p14:cNvContentPartPr/>
              <p14:nvPr/>
            </p14:nvContentPartPr>
            <p14:xfrm>
              <a:off x="6647810" y="4615136"/>
              <a:ext cx="396720" cy="298080"/>
            </p14:xfrm>
          </p:contentPart>
        </mc:Choice>
        <mc:Fallback>
          <p:pic>
            <p:nvPicPr>
              <p:cNvPr id="12335" name="Ink 12334">
                <a:extLst>
                  <a:ext uri="{FF2B5EF4-FFF2-40B4-BE49-F238E27FC236}">
                    <a16:creationId xmlns:a16="http://schemas.microsoft.com/office/drawing/2014/main" id="{1519EFD1-A9EB-0575-9F2F-805B189FABCB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6638810" y="4606136"/>
                <a:ext cx="41436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2336" name="Ink 12335">
                <a:extLst>
                  <a:ext uri="{FF2B5EF4-FFF2-40B4-BE49-F238E27FC236}">
                    <a16:creationId xmlns:a16="http://schemas.microsoft.com/office/drawing/2014/main" id="{3DB0D49E-797D-7383-AE73-8C64818AAAAF}"/>
                  </a:ext>
                </a:extLst>
              </p14:cNvPr>
              <p14:cNvContentPartPr/>
              <p14:nvPr/>
            </p14:nvContentPartPr>
            <p14:xfrm>
              <a:off x="7672370" y="4551776"/>
              <a:ext cx="398160" cy="379080"/>
            </p14:xfrm>
          </p:contentPart>
        </mc:Choice>
        <mc:Fallback>
          <p:pic>
            <p:nvPicPr>
              <p:cNvPr id="12336" name="Ink 12335">
                <a:extLst>
                  <a:ext uri="{FF2B5EF4-FFF2-40B4-BE49-F238E27FC236}">
                    <a16:creationId xmlns:a16="http://schemas.microsoft.com/office/drawing/2014/main" id="{3DB0D49E-797D-7383-AE73-8C64818AAAAF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7663370" y="4542785"/>
                <a:ext cx="415800" cy="396703"/>
              </a:xfrm>
              <a:prstGeom prst="rect">
                <a:avLst/>
              </a:prstGeom>
            </p:spPr>
          </p:pic>
        </mc:Fallback>
      </mc:AlternateContent>
      <p:grpSp>
        <p:nvGrpSpPr>
          <p:cNvPr id="12314" name="Group 12339">
            <a:extLst>
              <a:ext uri="{FF2B5EF4-FFF2-40B4-BE49-F238E27FC236}">
                <a16:creationId xmlns:a16="http://schemas.microsoft.com/office/drawing/2014/main" id="{E6A8614C-4AE5-0709-FEC1-55511B331324}"/>
              </a:ext>
            </a:extLst>
          </p:cNvPr>
          <p:cNvGrpSpPr>
            <a:grpSpLocks/>
          </p:cNvGrpSpPr>
          <p:nvPr/>
        </p:nvGrpSpPr>
        <p:grpSpPr bwMode="auto">
          <a:xfrm>
            <a:off x="5548313" y="3314701"/>
            <a:ext cx="658812" cy="449263"/>
            <a:chOff x="4023650" y="3314096"/>
            <a:chExt cx="660240" cy="45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2327" name="Ink 12326">
                  <a:extLst>
                    <a:ext uri="{FF2B5EF4-FFF2-40B4-BE49-F238E27FC236}">
                      <a16:creationId xmlns:a16="http://schemas.microsoft.com/office/drawing/2014/main" id="{7877FA7B-21B6-0AB7-A2A8-13948A6D5966}"/>
                    </a:ext>
                  </a:extLst>
                </p14:cNvPr>
                <p14:cNvContentPartPr/>
                <p14:nvPr/>
              </p14:nvContentPartPr>
              <p14:xfrm>
                <a:off x="4125890" y="3445496"/>
                <a:ext cx="104760" cy="171000"/>
              </p14:xfrm>
            </p:contentPart>
          </mc:Choice>
          <mc:Fallback>
            <p:pic>
              <p:nvPicPr>
                <p:cNvPr id="12327" name="Ink 12326">
                  <a:extLst>
                    <a:ext uri="{FF2B5EF4-FFF2-40B4-BE49-F238E27FC236}">
                      <a16:creationId xmlns:a16="http://schemas.microsoft.com/office/drawing/2014/main" id="{7877FA7B-21B6-0AB7-A2A8-13948A6D596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116859" y="3436496"/>
                  <a:ext cx="122461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2328" name="Ink 12327">
                  <a:extLst>
                    <a:ext uri="{FF2B5EF4-FFF2-40B4-BE49-F238E27FC236}">
                      <a16:creationId xmlns:a16="http://schemas.microsoft.com/office/drawing/2014/main" id="{D9E6524A-0CC2-BD0E-6E84-EF8BB4BE2966}"/>
                    </a:ext>
                  </a:extLst>
                </p14:cNvPr>
                <p14:cNvContentPartPr/>
                <p14:nvPr/>
              </p14:nvContentPartPr>
              <p14:xfrm>
                <a:off x="4295450" y="3498776"/>
                <a:ext cx="19800" cy="56880"/>
              </p14:xfrm>
            </p:contentPart>
          </mc:Choice>
          <mc:Fallback>
            <p:pic>
              <p:nvPicPr>
                <p:cNvPr id="12328" name="Ink 12327">
                  <a:extLst>
                    <a:ext uri="{FF2B5EF4-FFF2-40B4-BE49-F238E27FC236}">
                      <a16:creationId xmlns:a16="http://schemas.microsoft.com/office/drawing/2014/main" id="{D9E6524A-0CC2-BD0E-6E84-EF8BB4BE296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286450" y="3489776"/>
                  <a:ext cx="374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2329" name="Ink 12328">
                  <a:extLst>
                    <a:ext uri="{FF2B5EF4-FFF2-40B4-BE49-F238E27FC236}">
                      <a16:creationId xmlns:a16="http://schemas.microsoft.com/office/drawing/2014/main" id="{D801BC71-4082-94A8-EB0F-8CB1C9643D04}"/>
                    </a:ext>
                  </a:extLst>
                </p14:cNvPr>
                <p14:cNvContentPartPr/>
                <p14:nvPr/>
              </p14:nvContentPartPr>
              <p14:xfrm>
                <a:off x="4367450" y="3455576"/>
                <a:ext cx="101880" cy="205920"/>
              </p14:xfrm>
            </p:contentPart>
          </mc:Choice>
          <mc:Fallback>
            <p:pic>
              <p:nvPicPr>
                <p:cNvPr id="12329" name="Ink 12328">
                  <a:extLst>
                    <a:ext uri="{FF2B5EF4-FFF2-40B4-BE49-F238E27FC236}">
                      <a16:creationId xmlns:a16="http://schemas.microsoft.com/office/drawing/2014/main" id="{D801BC71-4082-94A8-EB0F-8CB1C9643D0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358418" y="3446576"/>
                  <a:ext cx="119583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2330" name="Ink 12329">
                  <a:extLst>
                    <a:ext uri="{FF2B5EF4-FFF2-40B4-BE49-F238E27FC236}">
                      <a16:creationId xmlns:a16="http://schemas.microsoft.com/office/drawing/2014/main" id="{69B934CE-C91B-1F12-360D-72C3DEE19595}"/>
                    </a:ext>
                  </a:extLst>
                </p14:cNvPr>
                <p14:cNvContentPartPr/>
                <p14:nvPr/>
              </p14:nvContentPartPr>
              <p14:xfrm>
                <a:off x="4414970" y="3430736"/>
                <a:ext cx="65160" cy="28800"/>
              </p14:xfrm>
            </p:contentPart>
          </mc:Choice>
          <mc:Fallback>
            <p:pic>
              <p:nvPicPr>
                <p:cNvPr id="12330" name="Ink 12329">
                  <a:extLst>
                    <a:ext uri="{FF2B5EF4-FFF2-40B4-BE49-F238E27FC236}">
                      <a16:creationId xmlns:a16="http://schemas.microsoft.com/office/drawing/2014/main" id="{69B934CE-C91B-1F12-360D-72C3DEE1959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405920" y="3421736"/>
                  <a:ext cx="82898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2337" name="Ink 12336">
                  <a:extLst>
                    <a:ext uri="{FF2B5EF4-FFF2-40B4-BE49-F238E27FC236}">
                      <a16:creationId xmlns:a16="http://schemas.microsoft.com/office/drawing/2014/main" id="{0C16EA82-1658-9CE5-0933-B65828806819}"/>
                    </a:ext>
                  </a:extLst>
                </p14:cNvPr>
                <p14:cNvContentPartPr/>
                <p14:nvPr/>
              </p14:nvContentPartPr>
              <p14:xfrm>
                <a:off x="4023650" y="3314096"/>
                <a:ext cx="660240" cy="450000"/>
              </p14:xfrm>
            </p:contentPart>
          </mc:Choice>
          <mc:Fallback>
            <p:pic>
              <p:nvPicPr>
                <p:cNvPr id="12337" name="Ink 12336">
                  <a:extLst>
                    <a:ext uri="{FF2B5EF4-FFF2-40B4-BE49-F238E27FC236}">
                      <a16:creationId xmlns:a16="http://schemas.microsoft.com/office/drawing/2014/main" id="{0C16EA82-1658-9CE5-0933-B6582880681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014645" y="3305096"/>
                  <a:ext cx="677890" cy="46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2338" name="Ink 12337">
                <a:extLst>
                  <a:ext uri="{FF2B5EF4-FFF2-40B4-BE49-F238E27FC236}">
                    <a16:creationId xmlns:a16="http://schemas.microsoft.com/office/drawing/2014/main" id="{337F01D2-DA75-5912-5234-15AE7AD5D311}"/>
                  </a:ext>
                </a:extLst>
              </p14:cNvPr>
              <p14:cNvContentPartPr/>
              <p14:nvPr/>
            </p14:nvContentPartPr>
            <p14:xfrm>
              <a:off x="6606770" y="3418136"/>
              <a:ext cx="408600" cy="382680"/>
            </p14:xfrm>
          </p:contentPart>
        </mc:Choice>
        <mc:Fallback>
          <p:pic>
            <p:nvPicPr>
              <p:cNvPr id="12338" name="Ink 12337">
                <a:extLst>
                  <a:ext uri="{FF2B5EF4-FFF2-40B4-BE49-F238E27FC236}">
                    <a16:creationId xmlns:a16="http://schemas.microsoft.com/office/drawing/2014/main" id="{337F01D2-DA75-5912-5234-15AE7AD5D311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6597770" y="3409136"/>
                <a:ext cx="42624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2339" name="Ink 12338">
                <a:extLst>
                  <a:ext uri="{FF2B5EF4-FFF2-40B4-BE49-F238E27FC236}">
                    <a16:creationId xmlns:a16="http://schemas.microsoft.com/office/drawing/2014/main" id="{FE7E71EB-36D4-196F-6BA3-96C07ED10442}"/>
                  </a:ext>
                </a:extLst>
              </p14:cNvPr>
              <p14:cNvContentPartPr/>
              <p14:nvPr/>
            </p14:nvContentPartPr>
            <p14:xfrm>
              <a:off x="7763810" y="3324536"/>
              <a:ext cx="599760" cy="503280"/>
            </p14:xfrm>
          </p:contentPart>
        </mc:Choice>
        <mc:Fallback>
          <p:pic>
            <p:nvPicPr>
              <p:cNvPr id="12339" name="Ink 12338">
                <a:extLst>
                  <a:ext uri="{FF2B5EF4-FFF2-40B4-BE49-F238E27FC236}">
                    <a16:creationId xmlns:a16="http://schemas.microsoft.com/office/drawing/2014/main" id="{FE7E71EB-36D4-196F-6BA3-96C07ED10442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7754810" y="3315536"/>
                <a:ext cx="617400" cy="520920"/>
              </a:xfrm>
              <a:prstGeom prst="rect">
                <a:avLst/>
              </a:prstGeom>
            </p:spPr>
          </p:pic>
        </mc:Fallback>
      </mc:AlternateContent>
      <p:sp>
        <p:nvSpPr>
          <p:cNvPr id="12317" name="TextBox 12340">
            <a:extLst>
              <a:ext uri="{FF2B5EF4-FFF2-40B4-BE49-F238E27FC236}">
                <a16:creationId xmlns:a16="http://schemas.microsoft.com/office/drawing/2014/main" id="{9D21BF55-5CE8-BEFC-100F-2F39B6D3D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6" y="6251576"/>
            <a:ext cx="71786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800"/>
              <a:t>Add the 3 individual logarithmic plots of each from the system’s network function.</a:t>
            </a:r>
            <a:endParaRPr lang="en-IN" altLang="en-US" sz="1800"/>
          </a:p>
        </p:txBody>
      </p:sp>
      <p:grpSp>
        <p:nvGrpSpPr>
          <p:cNvPr id="12289" name="Group 12288">
            <a:extLst>
              <a:ext uri="{FF2B5EF4-FFF2-40B4-BE49-F238E27FC236}">
                <a16:creationId xmlns:a16="http://schemas.microsoft.com/office/drawing/2014/main" id="{F1314A74-DB72-A62F-B2FA-300C9C5C4C46}"/>
              </a:ext>
            </a:extLst>
          </p:cNvPr>
          <p:cNvGrpSpPr/>
          <p:nvPr/>
        </p:nvGrpSpPr>
        <p:grpSpPr>
          <a:xfrm>
            <a:off x="4837044" y="4558411"/>
            <a:ext cx="840960" cy="248760"/>
            <a:chOff x="3313044" y="4558411"/>
            <a:chExt cx="840960" cy="24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6493E8C-91B0-D344-0F6C-A331A606A8A3}"/>
                    </a:ext>
                  </a:extLst>
                </p14:cNvPr>
                <p14:cNvContentPartPr/>
                <p14:nvPr/>
              </p14:nvContentPartPr>
              <p14:xfrm>
                <a:off x="3313044" y="4558411"/>
                <a:ext cx="104400" cy="26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6493E8C-91B0-D344-0F6C-A331A606A8A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304044" y="4549411"/>
                  <a:ext cx="1220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A72BE7E-4D65-C5F3-0ADF-65656A524661}"/>
                    </a:ext>
                  </a:extLst>
                </p14:cNvPr>
                <p14:cNvContentPartPr/>
                <p14:nvPr/>
              </p14:nvContentPartPr>
              <p14:xfrm>
                <a:off x="3520764" y="4567771"/>
                <a:ext cx="68400" cy="99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A72BE7E-4D65-C5F3-0ADF-65656A52466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512124" y="4558771"/>
                  <a:ext cx="860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8BA5425-28BB-B453-3602-EA2CE508C75B}"/>
                    </a:ext>
                  </a:extLst>
                </p14:cNvPr>
                <p14:cNvContentPartPr/>
                <p14:nvPr/>
              </p14:nvContentPartPr>
              <p14:xfrm>
                <a:off x="3656124" y="4628611"/>
                <a:ext cx="42120" cy="63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8BA5425-28BB-B453-3602-EA2CE508C75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647124" y="4619611"/>
                  <a:ext cx="59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02AE072-AABF-FB99-B17F-70B9788BBA42}"/>
                    </a:ext>
                  </a:extLst>
                </p14:cNvPr>
                <p14:cNvContentPartPr/>
                <p14:nvPr/>
              </p14:nvContentPartPr>
              <p14:xfrm>
                <a:off x="3784284" y="4571731"/>
                <a:ext cx="70200" cy="176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02AE072-AABF-FB99-B17F-70B9788BBA4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775284" y="4562731"/>
                  <a:ext cx="878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F1AC5EB-46C3-B080-A204-F0210DF65D9C}"/>
                    </a:ext>
                  </a:extLst>
                </p14:cNvPr>
                <p14:cNvContentPartPr/>
                <p14:nvPr/>
              </p14:nvContentPartPr>
              <p14:xfrm>
                <a:off x="3866364" y="4667491"/>
                <a:ext cx="14040" cy="72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F1AC5EB-46C3-B080-A204-F0210DF65D9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857724" y="4658851"/>
                  <a:ext cx="316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5F9E963-DF27-8E46-FC02-BAB6FCC6EB6D}"/>
                    </a:ext>
                  </a:extLst>
                </p14:cNvPr>
                <p14:cNvContentPartPr/>
                <p14:nvPr/>
              </p14:nvContentPartPr>
              <p14:xfrm>
                <a:off x="3859524" y="4645171"/>
                <a:ext cx="58680" cy="99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5F9E963-DF27-8E46-FC02-BAB6FCC6EB6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850524" y="4636171"/>
                  <a:ext cx="763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99C2B52-ACA3-2BF6-3A02-DA7F6763C68F}"/>
                    </a:ext>
                  </a:extLst>
                </p14:cNvPr>
                <p14:cNvContentPartPr/>
                <p14:nvPr/>
              </p14:nvContentPartPr>
              <p14:xfrm>
                <a:off x="4012164" y="4589011"/>
                <a:ext cx="40320" cy="218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99C2B52-ACA3-2BF6-3A02-DA7F6763C68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003164" y="4580371"/>
                  <a:ext cx="579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B3ABB6D-A869-6746-67D7-A9430A20D1E0}"/>
                    </a:ext>
                  </a:extLst>
                </p14:cNvPr>
                <p14:cNvContentPartPr/>
                <p14:nvPr/>
              </p14:nvContentPartPr>
              <p14:xfrm>
                <a:off x="4055004" y="4664611"/>
                <a:ext cx="34920" cy="90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B3ABB6D-A869-6746-67D7-A9430A20D1E0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046364" y="4655971"/>
                  <a:ext cx="525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7607C2B-B218-D137-7431-71ABDFC43FFE}"/>
                    </a:ext>
                  </a:extLst>
                </p14:cNvPr>
                <p14:cNvContentPartPr/>
                <p14:nvPr/>
              </p14:nvContentPartPr>
              <p14:xfrm>
                <a:off x="4035204" y="4649491"/>
                <a:ext cx="118800" cy="140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7607C2B-B218-D137-7431-71ABDFC43FF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026204" y="4640491"/>
                  <a:ext cx="13644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72" name="Group 12371">
            <a:extLst>
              <a:ext uri="{FF2B5EF4-FFF2-40B4-BE49-F238E27FC236}">
                <a16:creationId xmlns:a16="http://schemas.microsoft.com/office/drawing/2014/main" id="{68F50B89-8C25-3570-DBC8-7A0441BE0424}"/>
              </a:ext>
            </a:extLst>
          </p:cNvPr>
          <p:cNvGrpSpPr/>
          <p:nvPr/>
        </p:nvGrpSpPr>
        <p:grpSpPr>
          <a:xfrm>
            <a:off x="6920364" y="5200651"/>
            <a:ext cx="1140480" cy="458280"/>
            <a:chOff x="5396364" y="5200651"/>
            <a:chExt cx="1140480" cy="45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343" name="Ink 12342">
                  <a:extLst>
                    <a:ext uri="{FF2B5EF4-FFF2-40B4-BE49-F238E27FC236}">
                      <a16:creationId xmlns:a16="http://schemas.microsoft.com/office/drawing/2014/main" id="{7292F0F4-1847-0F2C-FFBC-C9B01C323CF2}"/>
                    </a:ext>
                  </a:extLst>
                </p14:cNvPr>
                <p14:cNvContentPartPr/>
                <p14:nvPr/>
              </p14:nvContentPartPr>
              <p14:xfrm>
                <a:off x="6086484" y="5427811"/>
                <a:ext cx="402840" cy="92520"/>
              </p14:xfrm>
            </p:contentPart>
          </mc:Choice>
          <mc:Fallback>
            <p:pic>
              <p:nvPicPr>
                <p:cNvPr id="12343" name="Ink 12342">
                  <a:extLst>
                    <a:ext uri="{FF2B5EF4-FFF2-40B4-BE49-F238E27FC236}">
                      <a16:creationId xmlns:a16="http://schemas.microsoft.com/office/drawing/2014/main" id="{7292F0F4-1847-0F2C-FFBC-C9B01C323CF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077484" y="5419171"/>
                  <a:ext cx="4204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344" name="Ink 12343">
                  <a:extLst>
                    <a:ext uri="{FF2B5EF4-FFF2-40B4-BE49-F238E27FC236}">
                      <a16:creationId xmlns:a16="http://schemas.microsoft.com/office/drawing/2014/main" id="{7816AEDC-9BB0-10EB-7585-A760292E6088}"/>
                    </a:ext>
                  </a:extLst>
                </p14:cNvPr>
                <p14:cNvContentPartPr/>
                <p14:nvPr/>
              </p14:nvContentPartPr>
              <p14:xfrm>
                <a:off x="6536484" y="5516011"/>
                <a:ext cx="360" cy="360"/>
              </p14:xfrm>
            </p:contentPart>
          </mc:Choice>
          <mc:Fallback>
            <p:pic>
              <p:nvPicPr>
                <p:cNvPr id="12344" name="Ink 12343">
                  <a:extLst>
                    <a:ext uri="{FF2B5EF4-FFF2-40B4-BE49-F238E27FC236}">
                      <a16:creationId xmlns:a16="http://schemas.microsoft.com/office/drawing/2014/main" id="{7816AEDC-9BB0-10EB-7585-A760292E608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527844" y="550737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326" name="Ink 12325">
                  <a:extLst>
                    <a:ext uri="{FF2B5EF4-FFF2-40B4-BE49-F238E27FC236}">
                      <a16:creationId xmlns:a16="http://schemas.microsoft.com/office/drawing/2014/main" id="{22E9DDB6-F14F-FBFD-3850-BF40C76FCD99}"/>
                    </a:ext>
                  </a:extLst>
                </p14:cNvPr>
                <p14:cNvContentPartPr/>
                <p14:nvPr/>
              </p14:nvContentPartPr>
              <p14:xfrm>
                <a:off x="5396364" y="5200651"/>
                <a:ext cx="158040" cy="45720"/>
              </p14:xfrm>
            </p:contentPart>
          </mc:Choice>
          <mc:Fallback>
            <p:pic>
              <p:nvPicPr>
                <p:cNvPr id="12326" name="Ink 12325">
                  <a:extLst>
                    <a:ext uri="{FF2B5EF4-FFF2-40B4-BE49-F238E27FC236}">
                      <a16:creationId xmlns:a16="http://schemas.microsoft.com/office/drawing/2014/main" id="{22E9DDB6-F14F-FBFD-3850-BF40C76FCD9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387724" y="5191651"/>
                  <a:ext cx="1756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331" name="Ink 12330">
                  <a:extLst>
                    <a:ext uri="{FF2B5EF4-FFF2-40B4-BE49-F238E27FC236}">
                      <a16:creationId xmlns:a16="http://schemas.microsoft.com/office/drawing/2014/main" id="{E3FD4C1A-81F1-AEA8-7580-3CDC1B429221}"/>
                    </a:ext>
                  </a:extLst>
                </p14:cNvPr>
                <p14:cNvContentPartPr/>
                <p14:nvPr/>
              </p14:nvContentPartPr>
              <p14:xfrm>
                <a:off x="5473404" y="5214691"/>
                <a:ext cx="198360" cy="75600"/>
              </p14:xfrm>
            </p:contentPart>
          </mc:Choice>
          <mc:Fallback>
            <p:pic>
              <p:nvPicPr>
                <p:cNvPr id="12331" name="Ink 12330">
                  <a:extLst>
                    <a:ext uri="{FF2B5EF4-FFF2-40B4-BE49-F238E27FC236}">
                      <a16:creationId xmlns:a16="http://schemas.microsoft.com/office/drawing/2014/main" id="{E3FD4C1A-81F1-AEA8-7580-3CDC1B42922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464764" y="5205691"/>
                  <a:ext cx="2160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340" name="Ink 12339">
                  <a:extLst>
                    <a:ext uri="{FF2B5EF4-FFF2-40B4-BE49-F238E27FC236}">
                      <a16:creationId xmlns:a16="http://schemas.microsoft.com/office/drawing/2014/main" id="{E03A6E23-E51F-8A40-44C8-35921B9F65A0}"/>
                    </a:ext>
                  </a:extLst>
                </p14:cNvPr>
                <p14:cNvContentPartPr/>
                <p14:nvPr/>
              </p14:nvContentPartPr>
              <p14:xfrm>
                <a:off x="5598684" y="5231611"/>
                <a:ext cx="170280" cy="76320"/>
              </p14:xfrm>
            </p:contentPart>
          </mc:Choice>
          <mc:Fallback>
            <p:pic>
              <p:nvPicPr>
                <p:cNvPr id="12340" name="Ink 12339">
                  <a:extLst>
                    <a:ext uri="{FF2B5EF4-FFF2-40B4-BE49-F238E27FC236}">
                      <a16:creationId xmlns:a16="http://schemas.microsoft.com/office/drawing/2014/main" id="{E03A6E23-E51F-8A40-44C8-35921B9F65A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589684" y="5222971"/>
                  <a:ext cx="1879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341" name="Ink 12340">
                  <a:extLst>
                    <a:ext uri="{FF2B5EF4-FFF2-40B4-BE49-F238E27FC236}">
                      <a16:creationId xmlns:a16="http://schemas.microsoft.com/office/drawing/2014/main" id="{5E3A5045-8B0B-2489-CBE5-B49AA34F72FB}"/>
                    </a:ext>
                  </a:extLst>
                </p14:cNvPr>
                <p14:cNvContentPartPr/>
                <p14:nvPr/>
              </p14:nvContentPartPr>
              <p14:xfrm>
                <a:off x="5591124" y="5229811"/>
                <a:ext cx="345960" cy="123840"/>
              </p14:xfrm>
            </p:contentPart>
          </mc:Choice>
          <mc:Fallback>
            <p:pic>
              <p:nvPicPr>
                <p:cNvPr id="12341" name="Ink 12340">
                  <a:extLst>
                    <a:ext uri="{FF2B5EF4-FFF2-40B4-BE49-F238E27FC236}">
                      <a16:creationId xmlns:a16="http://schemas.microsoft.com/office/drawing/2014/main" id="{5E3A5045-8B0B-2489-CBE5-B49AA34F72F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582124" y="5221171"/>
                  <a:ext cx="3636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346" name="Ink 12345">
                  <a:extLst>
                    <a:ext uri="{FF2B5EF4-FFF2-40B4-BE49-F238E27FC236}">
                      <a16:creationId xmlns:a16="http://schemas.microsoft.com/office/drawing/2014/main" id="{A7FE7211-9BF3-CD3C-847C-CA6C71949DAB}"/>
                    </a:ext>
                  </a:extLst>
                </p14:cNvPr>
                <p14:cNvContentPartPr/>
                <p14:nvPr/>
              </p14:nvContentPartPr>
              <p14:xfrm>
                <a:off x="5514804" y="5209291"/>
                <a:ext cx="105120" cy="39600"/>
              </p14:xfrm>
            </p:contentPart>
          </mc:Choice>
          <mc:Fallback>
            <p:pic>
              <p:nvPicPr>
                <p:cNvPr id="12346" name="Ink 12345">
                  <a:extLst>
                    <a:ext uri="{FF2B5EF4-FFF2-40B4-BE49-F238E27FC236}">
                      <a16:creationId xmlns:a16="http://schemas.microsoft.com/office/drawing/2014/main" id="{A7FE7211-9BF3-CD3C-847C-CA6C71949DA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505804" y="5200651"/>
                  <a:ext cx="1227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347" name="Ink 12346">
                  <a:extLst>
                    <a:ext uri="{FF2B5EF4-FFF2-40B4-BE49-F238E27FC236}">
                      <a16:creationId xmlns:a16="http://schemas.microsoft.com/office/drawing/2014/main" id="{5628F91C-3190-8564-E57E-01FF4B2E7A59}"/>
                    </a:ext>
                  </a:extLst>
                </p14:cNvPr>
                <p14:cNvContentPartPr/>
                <p14:nvPr/>
              </p14:nvContentPartPr>
              <p14:xfrm>
                <a:off x="5744484" y="5236291"/>
                <a:ext cx="91440" cy="12240"/>
              </p14:xfrm>
            </p:contentPart>
          </mc:Choice>
          <mc:Fallback>
            <p:pic>
              <p:nvPicPr>
                <p:cNvPr id="12347" name="Ink 12346">
                  <a:extLst>
                    <a:ext uri="{FF2B5EF4-FFF2-40B4-BE49-F238E27FC236}">
                      <a16:creationId xmlns:a16="http://schemas.microsoft.com/office/drawing/2014/main" id="{5628F91C-3190-8564-E57E-01FF4B2E7A5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735484" y="5227651"/>
                  <a:ext cx="1090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348" name="Ink 12347">
                  <a:extLst>
                    <a:ext uri="{FF2B5EF4-FFF2-40B4-BE49-F238E27FC236}">
                      <a16:creationId xmlns:a16="http://schemas.microsoft.com/office/drawing/2014/main" id="{E85FF528-7E1E-C5E4-BA98-B18F8FC2E904}"/>
                    </a:ext>
                  </a:extLst>
                </p14:cNvPr>
                <p14:cNvContentPartPr/>
                <p14:nvPr/>
              </p14:nvContentPartPr>
              <p14:xfrm>
                <a:off x="5914044" y="5244571"/>
                <a:ext cx="23400" cy="8640"/>
              </p14:xfrm>
            </p:contentPart>
          </mc:Choice>
          <mc:Fallback>
            <p:pic>
              <p:nvPicPr>
                <p:cNvPr id="12348" name="Ink 12347">
                  <a:extLst>
                    <a:ext uri="{FF2B5EF4-FFF2-40B4-BE49-F238E27FC236}">
                      <a16:creationId xmlns:a16="http://schemas.microsoft.com/office/drawing/2014/main" id="{E85FF528-7E1E-C5E4-BA98-B18F8FC2E90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905404" y="5235931"/>
                  <a:ext cx="41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349" name="Ink 12348">
                  <a:extLst>
                    <a:ext uri="{FF2B5EF4-FFF2-40B4-BE49-F238E27FC236}">
                      <a16:creationId xmlns:a16="http://schemas.microsoft.com/office/drawing/2014/main" id="{3629EFE3-6DCB-B5F9-9B2B-E4DA33C1F64F}"/>
                    </a:ext>
                  </a:extLst>
                </p14:cNvPr>
                <p14:cNvContentPartPr/>
                <p14:nvPr/>
              </p14:nvContentPartPr>
              <p14:xfrm>
                <a:off x="6065244" y="5279851"/>
                <a:ext cx="20880" cy="19080"/>
              </p14:xfrm>
            </p:contentPart>
          </mc:Choice>
          <mc:Fallback>
            <p:pic>
              <p:nvPicPr>
                <p:cNvPr id="12349" name="Ink 12348">
                  <a:extLst>
                    <a:ext uri="{FF2B5EF4-FFF2-40B4-BE49-F238E27FC236}">
                      <a16:creationId xmlns:a16="http://schemas.microsoft.com/office/drawing/2014/main" id="{3629EFE3-6DCB-B5F9-9B2B-E4DA33C1F64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056244" y="5271211"/>
                  <a:ext cx="38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350" name="Ink 12349">
                  <a:extLst>
                    <a:ext uri="{FF2B5EF4-FFF2-40B4-BE49-F238E27FC236}">
                      <a16:creationId xmlns:a16="http://schemas.microsoft.com/office/drawing/2014/main" id="{8715FFDF-BC70-9EE9-972B-969B35F8218C}"/>
                    </a:ext>
                  </a:extLst>
                </p14:cNvPr>
                <p14:cNvContentPartPr/>
                <p14:nvPr/>
              </p14:nvContentPartPr>
              <p14:xfrm>
                <a:off x="6191604" y="5307211"/>
                <a:ext cx="13680" cy="9720"/>
              </p14:xfrm>
            </p:contentPart>
          </mc:Choice>
          <mc:Fallback>
            <p:pic>
              <p:nvPicPr>
                <p:cNvPr id="12350" name="Ink 12349">
                  <a:extLst>
                    <a:ext uri="{FF2B5EF4-FFF2-40B4-BE49-F238E27FC236}">
                      <a16:creationId xmlns:a16="http://schemas.microsoft.com/office/drawing/2014/main" id="{8715FFDF-BC70-9EE9-972B-969B35F8218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182604" y="5298211"/>
                  <a:ext cx="313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351" name="Ink 12350">
                  <a:extLst>
                    <a:ext uri="{FF2B5EF4-FFF2-40B4-BE49-F238E27FC236}">
                      <a16:creationId xmlns:a16="http://schemas.microsoft.com/office/drawing/2014/main" id="{B05AB70F-CED0-7C58-510A-9E8E21F48AA2}"/>
                    </a:ext>
                  </a:extLst>
                </p14:cNvPr>
                <p14:cNvContentPartPr/>
                <p14:nvPr/>
              </p14:nvContentPartPr>
              <p14:xfrm>
                <a:off x="6337404" y="5312251"/>
                <a:ext cx="8640" cy="2160"/>
              </p14:xfrm>
            </p:contentPart>
          </mc:Choice>
          <mc:Fallback>
            <p:pic>
              <p:nvPicPr>
                <p:cNvPr id="12351" name="Ink 12350">
                  <a:extLst>
                    <a:ext uri="{FF2B5EF4-FFF2-40B4-BE49-F238E27FC236}">
                      <a16:creationId xmlns:a16="http://schemas.microsoft.com/office/drawing/2014/main" id="{B05AB70F-CED0-7C58-510A-9E8E21F48AA2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328404" y="5303251"/>
                  <a:ext cx="262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352" name="Ink 12351">
                  <a:extLst>
                    <a:ext uri="{FF2B5EF4-FFF2-40B4-BE49-F238E27FC236}">
                      <a16:creationId xmlns:a16="http://schemas.microsoft.com/office/drawing/2014/main" id="{8D472137-E392-472B-273A-9383C3683045}"/>
                    </a:ext>
                  </a:extLst>
                </p14:cNvPr>
                <p14:cNvContentPartPr/>
                <p14:nvPr/>
              </p14:nvContentPartPr>
              <p14:xfrm>
                <a:off x="6508764" y="5347531"/>
                <a:ext cx="22680" cy="3240"/>
              </p14:xfrm>
            </p:contentPart>
          </mc:Choice>
          <mc:Fallback>
            <p:pic>
              <p:nvPicPr>
                <p:cNvPr id="12352" name="Ink 12351">
                  <a:extLst>
                    <a:ext uri="{FF2B5EF4-FFF2-40B4-BE49-F238E27FC236}">
                      <a16:creationId xmlns:a16="http://schemas.microsoft.com/office/drawing/2014/main" id="{8D472137-E392-472B-273A-9383C3683045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500124" y="5338531"/>
                  <a:ext cx="403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354" name="Ink 12353">
                  <a:extLst>
                    <a:ext uri="{FF2B5EF4-FFF2-40B4-BE49-F238E27FC236}">
                      <a16:creationId xmlns:a16="http://schemas.microsoft.com/office/drawing/2014/main" id="{C2E563D4-215C-7F04-A48E-C267D339D58C}"/>
                    </a:ext>
                  </a:extLst>
                </p14:cNvPr>
                <p14:cNvContentPartPr/>
                <p14:nvPr/>
              </p14:nvContentPartPr>
              <p14:xfrm>
                <a:off x="5542164" y="5381011"/>
                <a:ext cx="91800" cy="33120"/>
              </p14:xfrm>
            </p:contentPart>
          </mc:Choice>
          <mc:Fallback>
            <p:pic>
              <p:nvPicPr>
                <p:cNvPr id="12354" name="Ink 12353">
                  <a:extLst>
                    <a:ext uri="{FF2B5EF4-FFF2-40B4-BE49-F238E27FC236}">
                      <a16:creationId xmlns:a16="http://schemas.microsoft.com/office/drawing/2014/main" id="{C2E563D4-215C-7F04-A48E-C267D339D58C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533524" y="5372011"/>
                  <a:ext cx="1094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355" name="Ink 12354">
                  <a:extLst>
                    <a:ext uri="{FF2B5EF4-FFF2-40B4-BE49-F238E27FC236}">
                      <a16:creationId xmlns:a16="http://schemas.microsoft.com/office/drawing/2014/main" id="{B199F6D1-D3CA-0BFE-9EE2-25B291032486}"/>
                    </a:ext>
                  </a:extLst>
                </p14:cNvPr>
                <p14:cNvContentPartPr/>
                <p14:nvPr/>
              </p14:nvContentPartPr>
              <p14:xfrm>
                <a:off x="5678604" y="5352931"/>
                <a:ext cx="98640" cy="135360"/>
              </p14:xfrm>
            </p:contentPart>
          </mc:Choice>
          <mc:Fallback>
            <p:pic>
              <p:nvPicPr>
                <p:cNvPr id="12355" name="Ink 12354">
                  <a:extLst>
                    <a:ext uri="{FF2B5EF4-FFF2-40B4-BE49-F238E27FC236}">
                      <a16:creationId xmlns:a16="http://schemas.microsoft.com/office/drawing/2014/main" id="{B199F6D1-D3CA-0BFE-9EE2-25B29103248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669604" y="5343931"/>
                  <a:ext cx="1162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356" name="Ink 12355">
                  <a:extLst>
                    <a:ext uri="{FF2B5EF4-FFF2-40B4-BE49-F238E27FC236}">
                      <a16:creationId xmlns:a16="http://schemas.microsoft.com/office/drawing/2014/main" id="{3C7A9026-AE52-D4BE-0B6E-4ECB553F443C}"/>
                    </a:ext>
                  </a:extLst>
                </p14:cNvPr>
                <p14:cNvContentPartPr/>
                <p14:nvPr/>
              </p14:nvContentPartPr>
              <p14:xfrm>
                <a:off x="5805684" y="5388571"/>
                <a:ext cx="68760" cy="81360"/>
              </p14:xfrm>
            </p:contentPart>
          </mc:Choice>
          <mc:Fallback>
            <p:pic>
              <p:nvPicPr>
                <p:cNvPr id="12356" name="Ink 12355">
                  <a:extLst>
                    <a:ext uri="{FF2B5EF4-FFF2-40B4-BE49-F238E27FC236}">
                      <a16:creationId xmlns:a16="http://schemas.microsoft.com/office/drawing/2014/main" id="{3C7A9026-AE52-D4BE-0B6E-4ECB553F443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797044" y="5379931"/>
                  <a:ext cx="864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357" name="Ink 12356">
                  <a:extLst>
                    <a:ext uri="{FF2B5EF4-FFF2-40B4-BE49-F238E27FC236}">
                      <a16:creationId xmlns:a16="http://schemas.microsoft.com/office/drawing/2014/main" id="{69501C5B-8FDF-0CD9-1C90-8C996343B5EA}"/>
                    </a:ext>
                  </a:extLst>
                </p14:cNvPr>
                <p14:cNvContentPartPr/>
                <p14:nvPr/>
              </p14:nvContentPartPr>
              <p14:xfrm>
                <a:off x="5942484" y="5354731"/>
                <a:ext cx="59040" cy="134280"/>
              </p14:xfrm>
            </p:contentPart>
          </mc:Choice>
          <mc:Fallback>
            <p:pic>
              <p:nvPicPr>
                <p:cNvPr id="12357" name="Ink 12356">
                  <a:extLst>
                    <a:ext uri="{FF2B5EF4-FFF2-40B4-BE49-F238E27FC236}">
                      <a16:creationId xmlns:a16="http://schemas.microsoft.com/office/drawing/2014/main" id="{69501C5B-8FDF-0CD9-1C90-8C996343B5E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933484" y="5345731"/>
                  <a:ext cx="766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358" name="Ink 12357">
                  <a:extLst>
                    <a:ext uri="{FF2B5EF4-FFF2-40B4-BE49-F238E27FC236}">
                      <a16:creationId xmlns:a16="http://schemas.microsoft.com/office/drawing/2014/main" id="{CD684D78-8C9F-355B-78BF-769710E46DC7}"/>
                    </a:ext>
                  </a:extLst>
                </p14:cNvPr>
                <p14:cNvContentPartPr/>
                <p14:nvPr/>
              </p14:nvContentPartPr>
              <p14:xfrm>
                <a:off x="6045444" y="5407651"/>
                <a:ext cx="84960" cy="101160"/>
              </p14:xfrm>
            </p:contentPart>
          </mc:Choice>
          <mc:Fallback>
            <p:pic>
              <p:nvPicPr>
                <p:cNvPr id="12358" name="Ink 12357">
                  <a:extLst>
                    <a:ext uri="{FF2B5EF4-FFF2-40B4-BE49-F238E27FC236}">
                      <a16:creationId xmlns:a16="http://schemas.microsoft.com/office/drawing/2014/main" id="{CD684D78-8C9F-355B-78BF-769710E46DC7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036444" y="5398651"/>
                  <a:ext cx="1026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2359" name="Ink 12358">
                  <a:extLst>
                    <a:ext uri="{FF2B5EF4-FFF2-40B4-BE49-F238E27FC236}">
                      <a16:creationId xmlns:a16="http://schemas.microsoft.com/office/drawing/2014/main" id="{08EB26D3-CCE2-A760-FB8F-2C20BF2EC58F}"/>
                    </a:ext>
                  </a:extLst>
                </p14:cNvPr>
                <p14:cNvContentPartPr/>
                <p14:nvPr/>
              </p14:nvContentPartPr>
              <p14:xfrm>
                <a:off x="6066324" y="5440411"/>
                <a:ext cx="49680" cy="90000"/>
              </p14:xfrm>
            </p:contentPart>
          </mc:Choice>
          <mc:Fallback>
            <p:pic>
              <p:nvPicPr>
                <p:cNvPr id="12359" name="Ink 12358">
                  <a:extLst>
                    <a:ext uri="{FF2B5EF4-FFF2-40B4-BE49-F238E27FC236}">
                      <a16:creationId xmlns:a16="http://schemas.microsoft.com/office/drawing/2014/main" id="{08EB26D3-CCE2-A760-FB8F-2C20BF2EC58F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057324" y="5431411"/>
                  <a:ext cx="673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2360" name="Ink 12359">
                  <a:extLst>
                    <a:ext uri="{FF2B5EF4-FFF2-40B4-BE49-F238E27FC236}">
                      <a16:creationId xmlns:a16="http://schemas.microsoft.com/office/drawing/2014/main" id="{53F2B679-B83E-6EE7-0516-A91BB9E47ACC}"/>
                    </a:ext>
                  </a:extLst>
                </p14:cNvPr>
                <p14:cNvContentPartPr/>
                <p14:nvPr/>
              </p14:nvContentPartPr>
              <p14:xfrm>
                <a:off x="6160284" y="5431411"/>
                <a:ext cx="65160" cy="146520"/>
              </p14:xfrm>
            </p:contentPart>
          </mc:Choice>
          <mc:Fallback>
            <p:pic>
              <p:nvPicPr>
                <p:cNvPr id="12360" name="Ink 12359">
                  <a:extLst>
                    <a:ext uri="{FF2B5EF4-FFF2-40B4-BE49-F238E27FC236}">
                      <a16:creationId xmlns:a16="http://schemas.microsoft.com/office/drawing/2014/main" id="{53F2B679-B83E-6EE7-0516-A91BB9E47AC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151644" y="5422771"/>
                  <a:ext cx="828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2361" name="Ink 12360">
                  <a:extLst>
                    <a:ext uri="{FF2B5EF4-FFF2-40B4-BE49-F238E27FC236}">
                      <a16:creationId xmlns:a16="http://schemas.microsoft.com/office/drawing/2014/main" id="{10F56657-236F-8D0D-3FE1-347BD877B3C5}"/>
                    </a:ext>
                  </a:extLst>
                </p14:cNvPr>
                <p14:cNvContentPartPr/>
                <p14:nvPr/>
              </p14:nvContentPartPr>
              <p14:xfrm>
                <a:off x="6269724" y="5495131"/>
                <a:ext cx="30960" cy="68760"/>
              </p14:xfrm>
            </p:contentPart>
          </mc:Choice>
          <mc:Fallback>
            <p:pic>
              <p:nvPicPr>
                <p:cNvPr id="12361" name="Ink 12360">
                  <a:extLst>
                    <a:ext uri="{FF2B5EF4-FFF2-40B4-BE49-F238E27FC236}">
                      <a16:creationId xmlns:a16="http://schemas.microsoft.com/office/drawing/2014/main" id="{10F56657-236F-8D0D-3FE1-347BD877B3C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261084" y="5486131"/>
                  <a:ext cx="486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2362" name="Ink 12361">
                  <a:extLst>
                    <a:ext uri="{FF2B5EF4-FFF2-40B4-BE49-F238E27FC236}">
                      <a16:creationId xmlns:a16="http://schemas.microsoft.com/office/drawing/2014/main" id="{40F0987F-BAB2-99D2-8B95-D5720B520EC9}"/>
                    </a:ext>
                  </a:extLst>
                </p14:cNvPr>
                <p14:cNvContentPartPr/>
                <p14:nvPr/>
              </p14:nvContentPartPr>
              <p14:xfrm>
                <a:off x="6209244" y="5486851"/>
                <a:ext cx="123480" cy="172080"/>
              </p14:xfrm>
            </p:contentPart>
          </mc:Choice>
          <mc:Fallback>
            <p:pic>
              <p:nvPicPr>
                <p:cNvPr id="12362" name="Ink 12361">
                  <a:extLst>
                    <a:ext uri="{FF2B5EF4-FFF2-40B4-BE49-F238E27FC236}">
                      <a16:creationId xmlns:a16="http://schemas.microsoft.com/office/drawing/2014/main" id="{40F0987F-BAB2-99D2-8B95-D5720B520EC9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200244" y="5477851"/>
                  <a:ext cx="141120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75" name="Group 12374">
            <a:extLst>
              <a:ext uri="{FF2B5EF4-FFF2-40B4-BE49-F238E27FC236}">
                <a16:creationId xmlns:a16="http://schemas.microsoft.com/office/drawing/2014/main" id="{B8269515-83A9-2650-4CFA-0650D08EE0D7}"/>
              </a:ext>
            </a:extLst>
          </p:cNvPr>
          <p:cNvGrpSpPr/>
          <p:nvPr/>
        </p:nvGrpSpPr>
        <p:grpSpPr>
          <a:xfrm>
            <a:off x="8842764" y="6156091"/>
            <a:ext cx="808200" cy="494280"/>
            <a:chOff x="7318764" y="6156091"/>
            <a:chExt cx="808200" cy="49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2363" name="Ink 12362">
                  <a:extLst>
                    <a:ext uri="{FF2B5EF4-FFF2-40B4-BE49-F238E27FC236}">
                      <a16:creationId xmlns:a16="http://schemas.microsoft.com/office/drawing/2014/main" id="{EBCC0E70-D726-1821-EC84-4139300D143D}"/>
                    </a:ext>
                  </a:extLst>
                </p14:cNvPr>
                <p14:cNvContentPartPr/>
                <p14:nvPr/>
              </p14:nvContentPartPr>
              <p14:xfrm>
                <a:off x="7318764" y="6156091"/>
                <a:ext cx="149040" cy="54360"/>
              </p14:xfrm>
            </p:contentPart>
          </mc:Choice>
          <mc:Fallback>
            <p:pic>
              <p:nvPicPr>
                <p:cNvPr id="12363" name="Ink 12362">
                  <a:extLst>
                    <a:ext uri="{FF2B5EF4-FFF2-40B4-BE49-F238E27FC236}">
                      <a16:creationId xmlns:a16="http://schemas.microsoft.com/office/drawing/2014/main" id="{EBCC0E70-D726-1821-EC84-4139300D143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309764" y="6147091"/>
                  <a:ext cx="1666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2364" name="Ink 12363">
                  <a:extLst>
                    <a:ext uri="{FF2B5EF4-FFF2-40B4-BE49-F238E27FC236}">
                      <a16:creationId xmlns:a16="http://schemas.microsoft.com/office/drawing/2014/main" id="{E200462B-0A0A-640E-9E58-9CF9BA452CE0}"/>
                    </a:ext>
                  </a:extLst>
                </p14:cNvPr>
                <p14:cNvContentPartPr/>
                <p14:nvPr/>
              </p14:nvContentPartPr>
              <p14:xfrm>
                <a:off x="7453764" y="6173011"/>
                <a:ext cx="112680" cy="140040"/>
              </p14:xfrm>
            </p:contentPart>
          </mc:Choice>
          <mc:Fallback>
            <p:pic>
              <p:nvPicPr>
                <p:cNvPr id="12364" name="Ink 12363">
                  <a:extLst>
                    <a:ext uri="{FF2B5EF4-FFF2-40B4-BE49-F238E27FC236}">
                      <a16:creationId xmlns:a16="http://schemas.microsoft.com/office/drawing/2014/main" id="{E200462B-0A0A-640E-9E58-9CF9BA452CE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444764" y="6164371"/>
                  <a:ext cx="1303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2365" name="Ink 12364">
                  <a:extLst>
                    <a:ext uri="{FF2B5EF4-FFF2-40B4-BE49-F238E27FC236}">
                      <a16:creationId xmlns:a16="http://schemas.microsoft.com/office/drawing/2014/main" id="{81D10280-2C5F-2B53-5625-EF6FB5EC5180}"/>
                    </a:ext>
                  </a:extLst>
                </p14:cNvPr>
                <p14:cNvContentPartPr/>
                <p14:nvPr/>
              </p14:nvContentPartPr>
              <p14:xfrm>
                <a:off x="7591284" y="6278491"/>
                <a:ext cx="46080" cy="46080"/>
              </p14:xfrm>
            </p:contentPart>
          </mc:Choice>
          <mc:Fallback>
            <p:pic>
              <p:nvPicPr>
                <p:cNvPr id="12365" name="Ink 12364">
                  <a:extLst>
                    <a:ext uri="{FF2B5EF4-FFF2-40B4-BE49-F238E27FC236}">
                      <a16:creationId xmlns:a16="http://schemas.microsoft.com/office/drawing/2014/main" id="{81D10280-2C5F-2B53-5625-EF6FB5EC5180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582644" y="6269491"/>
                  <a:ext cx="637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2366" name="Ink 12365">
                  <a:extLst>
                    <a:ext uri="{FF2B5EF4-FFF2-40B4-BE49-F238E27FC236}">
                      <a16:creationId xmlns:a16="http://schemas.microsoft.com/office/drawing/2014/main" id="{8F735CFD-5B91-69D2-0DC1-C765C9343D85}"/>
                    </a:ext>
                  </a:extLst>
                </p14:cNvPr>
                <p14:cNvContentPartPr/>
                <p14:nvPr/>
              </p14:nvContentPartPr>
              <p14:xfrm>
                <a:off x="7691364" y="6312331"/>
                <a:ext cx="84960" cy="29160"/>
              </p14:xfrm>
            </p:contentPart>
          </mc:Choice>
          <mc:Fallback>
            <p:pic>
              <p:nvPicPr>
                <p:cNvPr id="12366" name="Ink 12365">
                  <a:extLst>
                    <a:ext uri="{FF2B5EF4-FFF2-40B4-BE49-F238E27FC236}">
                      <a16:creationId xmlns:a16="http://schemas.microsoft.com/office/drawing/2014/main" id="{8F735CFD-5B91-69D2-0DC1-C765C9343D8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682364" y="6303331"/>
                  <a:ext cx="1026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2367" name="Ink 12366">
                  <a:extLst>
                    <a:ext uri="{FF2B5EF4-FFF2-40B4-BE49-F238E27FC236}">
                      <a16:creationId xmlns:a16="http://schemas.microsoft.com/office/drawing/2014/main" id="{A8BD8641-8E5C-4FB7-BE83-ADAE25F4A2F9}"/>
                    </a:ext>
                  </a:extLst>
                </p14:cNvPr>
                <p14:cNvContentPartPr/>
                <p14:nvPr/>
              </p14:nvContentPartPr>
              <p14:xfrm>
                <a:off x="7729164" y="6246091"/>
                <a:ext cx="54000" cy="129600"/>
              </p14:xfrm>
            </p:contentPart>
          </mc:Choice>
          <mc:Fallback>
            <p:pic>
              <p:nvPicPr>
                <p:cNvPr id="12367" name="Ink 12366">
                  <a:extLst>
                    <a:ext uri="{FF2B5EF4-FFF2-40B4-BE49-F238E27FC236}">
                      <a16:creationId xmlns:a16="http://schemas.microsoft.com/office/drawing/2014/main" id="{A8BD8641-8E5C-4FB7-BE83-ADAE25F4A2F9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720524" y="6237091"/>
                  <a:ext cx="716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2368" name="Ink 12367">
                  <a:extLst>
                    <a:ext uri="{FF2B5EF4-FFF2-40B4-BE49-F238E27FC236}">
                      <a16:creationId xmlns:a16="http://schemas.microsoft.com/office/drawing/2014/main" id="{CB6A7B73-B91D-9DED-F64F-C260D1518BEA}"/>
                    </a:ext>
                  </a:extLst>
                </p14:cNvPr>
                <p14:cNvContentPartPr/>
                <p14:nvPr/>
              </p14:nvContentPartPr>
              <p14:xfrm>
                <a:off x="7838604" y="6347611"/>
                <a:ext cx="62640" cy="86760"/>
              </p14:xfrm>
            </p:contentPart>
          </mc:Choice>
          <mc:Fallback>
            <p:pic>
              <p:nvPicPr>
                <p:cNvPr id="12368" name="Ink 12367">
                  <a:extLst>
                    <a:ext uri="{FF2B5EF4-FFF2-40B4-BE49-F238E27FC236}">
                      <a16:creationId xmlns:a16="http://schemas.microsoft.com/office/drawing/2014/main" id="{CB6A7B73-B91D-9DED-F64F-C260D1518BE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829604" y="6338971"/>
                  <a:ext cx="802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2369" name="Ink 12368">
                  <a:extLst>
                    <a:ext uri="{FF2B5EF4-FFF2-40B4-BE49-F238E27FC236}">
                      <a16:creationId xmlns:a16="http://schemas.microsoft.com/office/drawing/2014/main" id="{BCA32867-2A89-2C3A-BA33-D79A48358C18}"/>
                    </a:ext>
                  </a:extLst>
                </p14:cNvPr>
                <p14:cNvContentPartPr/>
                <p14:nvPr/>
              </p14:nvContentPartPr>
              <p14:xfrm>
                <a:off x="7854444" y="6301171"/>
                <a:ext cx="62640" cy="167760"/>
              </p14:xfrm>
            </p:contentPart>
          </mc:Choice>
          <mc:Fallback>
            <p:pic>
              <p:nvPicPr>
                <p:cNvPr id="12369" name="Ink 12368">
                  <a:extLst>
                    <a:ext uri="{FF2B5EF4-FFF2-40B4-BE49-F238E27FC236}">
                      <a16:creationId xmlns:a16="http://schemas.microsoft.com/office/drawing/2014/main" id="{BCA32867-2A89-2C3A-BA33-D79A48358C1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845804" y="6292531"/>
                  <a:ext cx="802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2370" name="Ink 12369">
                  <a:extLst>
                    <a:ext uri="{FF2B5EF4-FFF2-40B4-BE49-F238E27FC236}">
                      <a16:creationId xmlns:a16="http://schemas.microsoft.com/office/drawing/2014/main" id="{2CC5C020-DFC8-BC56-9424-B3818D59FE11}"/>
                    </a:ext>
                  </a:extLst>
                </p14:cNvPr>
                <p14:cNvContentPartPr/>
                <p14:nvPr/>
              </p14:nvContentPartPr>
              <p14:xfrm>
                <a:off x="7918524" y="6303331"/>
                <a:ext cx="118440" cy="347040"/>
              </p14:xfrm>
            </p:contentPart>
          </mc:Choice>
          <mc:Fallback>
            <p:pic>
              <p:nvPicPr>
                <p:cNvPr id="12370" name="Ink 12369">
                  <a:extLst>
                    <a:ext uri="{FF2B5EF4-FFF2-40B4-BE49-F238E27FC236}">
                      <a16:creationId xmlns:a16="http://schemas.microsoft.com/office/drawing/2014/main" id="{2CC5C020-DFC8-BC56-9424-B3818D59FE11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909884" y="6294691"/>
                  <a:ext cx="1360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2373" name="Ink 12372">
                  <a:extLst>
                    <a:ext uri="{FF2B5EF4-FFF2-40B4-BE49-F238E27FC236}">
                      <a16:creationId xmlns:a16="http://schemas.microsoft.com/office/drawing/2014/main" id="{310EAEAE-C85A-E208-557E-79733650976C}"/>
                    </a:ext>
                  </a:extLst>
                </p14:cNvPr>
                <p14:cNvContentPartPr/>
                <p14:nvPr/>
              </p14:nvContentPartPr>
              <p14:xfrm>
                <a:off x="8032644" y="6450931"/>
                <a:ext cx="38520" cy="86760"/>
              </p14:xfrm>
            </p:contentPart>
          </mc:Choice>
          <mc:Fallback>
            <p:pic>
              <p:nvPicPr>
                <p:cNvPr id="12373" name="Ink 12372">
                  <a:extLst>
                    <a:ext uri="{FF2B5EF4-FFF2-40B4-BE49-F238E27FC236}">
                      <a16:creationId xmlns:a16="http://schemas.microsoft.com/office/drawing/2014/main" id="{310EAEAE-C85A-E208-557E-79733650976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023644" y="6442291"/>
                  <a:ext cx="561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2374" name="Ink 12373">
                  <a:extLst>
                    <a:ext uri="{FF2B5EF4-FFF2-40B4-BE49-F238E27FC236}">
                      <a16:creationId xmlns:a16="http://schemas.microsoft.com/office/drawing/2014/main" id="{B35AB16B-C6AB-6587-62BD-8EF49DC440E8}"/>
                    </a:ext>
                  </a:extLst>
                </p14:cNvPr>
                <p14:cNvContentPartPr/>
                <p14:nvPr/>
              </p14:nvContentPartPr>
              <p14:xfrm>
                <a:off x="8021484" y="6434371"/>
                <a:ext cx="105480" cy="144360"/>
              </p14:xfrm>
            </p:contentPart>
          </mc:Choice>
          <mc:Fallback>
            <p:pic>
              <p:nvPicPr>
                <p:cNvPr id="12374" name="Ink 12373">
                  <a:extLst>
                    <a:ext uri="{FF2B5EF4-FFF2-40B4-BE49-F238E27FC236}">
                      <a16:creationId xmlns:a16="http://schemas.microsoft.com/office/drawing/2014/main" id="{B35AB16B-C6AB-6587-62BD-8EF49DC440E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012484" y="6425731"/>
                  <a:ext cx="12312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91" name="Group 12390">
            <a:extLst>
              <a:ext uri="{FF2B5EF4-FFF2-40B4-BE49-F238E27FC236}">
                <a16:creationId xmlns:a16="http://schemas.microsoft.com/office/drawing/2014/main" id="{903B2565-71B6-31F1-643C-AB17EA0CB35D}"/>
              </a:ext>
            </a:extLst>
          </p:cNvPr>
          <p:cNvGrpSpPr/>
          <p:nvPr/>
        </p:nvGrpSpPr>
        <p:grpSpPr>
          <a:xfrm>
            <a:off x="7365684" y="3909691"/>
            <a:ext cx="2336400" cy="359640"/>
            <a:chOff x="5841684" y="3909691"/>
            <a:chExt cx="2336400" cy="35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2376" name="Ink 12375">
                  <a:extLst>
                    <a:ext uri="{FF2B5EF4-FFF2-40B4-BE49-F238E27FC236}">
                      <a16:creationId xmlns:a16="http://schemas.microsoft.com/office/drawing/2014/main" id="{202B83F6-5516-A44C-A2C9-9AF0DE407E88}"/>
                    </a:ext>
                  </a:extLst>
                </p14:cNvPr>
                <p14:cNvContentPartPr/>
                <p14:nvPr/>
              </p14:nvContentPartPr>
              <p14:xfrm>
                <a:off x="5841684" y="4015531"/>
                <a:ext cx="173160" cy="162360"/>
              </p14:xfrm>
            </p:contentPart>
          </mc:Choice>
          <mc:Fallback>
            <p:pic>
              <p:nvPicPr>
                <p:cNvPr id="12376" name="Ink 12375">
                  <a:extLst>
                    <a:ext uri="{FF2B5EF4-FFF2-40B4-BE49-F238E27FC236}">
                      <a16:creationId xmlns:a16="http://schemas.microsoft.com/office/drawing/2014/main" id="{202B83F6-5516-A44C-A2C9-9AF0DE407E88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833044" y="4006891"/>
                  <a:ext cx="1908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2377" name="Ink 12376">
                  <a:extLst>
                    <a:ext uri="{FF2B5EF4-FFF2-40B4-BE49-F238E27FC236}">
                      <a16:creationId xmlns:a16="http://schemas.microsoft.com/office/drawing/2014/main" id="{00D97F65-A59F-0D0C-DBE9-8E0A33ADB60C}"/>
                    </a:ext>
                  </a:extLst>
                </p14:cNvPr>
                <p14:cNvContentPartPr/>
                <p14:nvPr/>
              </p14:nvContentPartPr>
              <p14:xfrm>
                <a:off x="6006564" y="4069171"/>
                <a:ext cx="98280" cy="122760"/>
              </p14:xfrm>
            </p:contentPart>
          </mc:Choice>
          <mc:Fallback>
            <p:pic>
              <p:nvPicPr>
                <p:cNvPr id="12377" name="Ink 12376">
                  <a:extLst>
                    <a:ext uri="{FF2B5EF4-FFF2-40B4-BE49-F238E27FC236}">
                      <a16:creationId xmlns:a16="http://schemas.microsoft.com/office/drawing/2014/main" id="{00D97F65-A59F-0D0C-DBE9-8E0A33ADB60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997564" y="4060171"/>
                  <a:ext cx="1159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2378" name="Ink 12377">
                  <a:extLst>
                    <a:ext uri="{FF2B5EF4-FFF2-40B4-BE49-F238E27FC236}">
                      <a16:creationId xmlns:a16="http://schemas.microsoft.com/office/drawing/2014/main" id="{B70C42E1-127F-4665-142F-FA2F92ECFD68}"/>
                    </a:ext>
                  </a:extLst>
                </p14:cNvPr>
                <p14:cNvContentPartPr/>
                <p14:nvPr/>
              </p14:nvContentPartPr>
              <p14:xfrm>
                <a:off x="6123564" y="4056931"/>
                <a:ext cx="94320" cy="114480"/>
              </p14:xfrm>
            </p:contentPart>
          </mc:Choice>
          <mc:Fallback>
            <p:pic>
              <p:nvPicPr>
                <p:cNvPr id="12378" name="Ink 12377">
                  <a:extLst>
                    <a:ext uri="{FF2B5EF4-FFF2-40B4-BE49-F238E27FC236}">
                      <a16:creationId xmlns:a16="http://schemas.microsoft.com/office/drawing/2014/main" id="{B70C42E1-127F-4665-142F-FA2F92ECFD6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114564" y="4048291"/>
                  <a:ext cx="1119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2379" name="Ink 12378">
                  <a:extLst>
                    <a:ext uri="{FF2B5EF4-FFF2-40B4-BE49-F238E27FC236}">
                      <a16:creationId xmlns:a16="http://schemas.microsoft.com/office/drawing/2014/main" id="{AC6A8543-5D7C-92E6-AEED-7C991EFE2A71}"/>
                    </a:ext>
                  </a:extLst>
                </p14:cNvPr>
                <p14:cNvContentPartPr/>
                <p14:nvPr/>
              </p14:nvContentPartPr>
              <p14:xfrm>
                <a:off x="6280164" y="4027051"/>
                <a:ext cx="295200" cy="139680"/>
              </p14:xfrm>
            </p:contentPart>
          </mc:Choice>
          <mc:Fallback>
            <p:pic>
              <p:nvPicPr>
                <p:cNvPr id="12379" name="Ink 12378">
                  <a:extLst>
                    <a:ext uri="{FF2B5EF4-FFF2-40B4-BE49-F238E27FC236}">
                      <a16:creationId xmlns:a16="http://schemas.microsoft.com/office/drawing/2014/main" id="{AC6A8543-5D7C-92E6-AEED-7C991EFE2A71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271524" y="4018411"/>
                  <a:ext cx="3128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2380" name="Ink 12379">
                  <a:extLst>
                    <a:ext uri="{FF2B5EF4-FFF2-40B4-BE49-F238E27FC236}">
                      <a16:creationId xmlns:a16="http://schemas.microsoft.com/office/drawing/2014/main" id="{1D691A68-E404-FAF3-6A14-C9A0C960B7CA}"/>
                    </a:ext>
                  </a:extLst>
                </p14:cNvPr>
                <p14:cNvContentPartPr/>
                <p14:nvPr/>
              </p14:nvContentPartPr>
              <p14:xfrm>
                <a:off x="6581124" y="3988891"/>
                <a:ext cx="127440" cy="161640"/>
              </p14:xfrm>
            </p:contentPart>
          </mc:Choice>
          <mc:Fallback>
            <p:pic>
              <p:nvPicPr>
                <p:cNvPr id="12380" name="Ink 12379">
                  <a:extLst>
                    <a:ext uri="{FF2B5EF4-FFF2-40B4-BE49-F238E27FC236}">
                      <a16:creationId xmlns:a16="http://schemas.microsoft.com/office/drawing/2014/main" id="{1D691A68-E404-FAF3-6A14-C9A0C960B7C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572124" y="3980251"/>
                  <a:ext cx="1450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2381" name="Ink 12380">
                  <a:extLst>
                    <a:ext uri="{FF2B5EF4-FFF2-40B4-BE49-F238E27FC236}">
                      <a16:creationId xmlns:a16="http://schemas.microsoft.com/office/drawing/2014/main" id="{8947338C-D57F-E107-1FC3-74A02064D205}"/>
                    </a:ext>
                  </a:extLst>
                </p14:cNvPr>
                <p14:cNvContentPartPr/>
                <p14:nvPr/>
              </p14:nvContentPartPr>
              <p14:xfrm>
                <a:off x="6859044" y="3909691"/>
                <a:ext cx="117360" cy="276480"/>
              </p14:xfrm>
            </p:contentPart>
          </mc:Choice>
          <mc:Fallback>
            <p:pic>
              <p:nvPicPr>
                <p:cNvPr id="12381" name="Ink 12380">
                  <a:extLst>
                    <a:ext uri="{FF2B5EF4-FFF2-40B4-BE49-F238E27FC236}">
                      <a16:creationId xmlns:a16="http://schemas.microsoft.com/office/drawing/2014/main" id="{8947338C-D57F-E107-1FC3-74A02064D20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850404" y="3900691"/>
                  <a:ext cx="1350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2382" name="Ink 12381">
                  <a:extLst>
                    <a:ext uri="{FF2B5EF4-FFF2-40B4-BE49-F238E27FC236}">
                      <a16:creationId xmlns:a16="http://schemas.microsoft.com/office/drawing/2014/main" id="{EC369569-52B4-8610-2578-F81C6BFF8D73}"/>
                    </a:ext>
                  </a:extLst>
                </p14:cNvPr>
                <p14:cNvContentPartPr/>
                <p14:nvPr/>
              </p14:nvContentPartPr>
              <p14:xfrm>
                <a:off x="6868764" y="4039291"/>
                <a:ext cx="128880" cy="18000"/>
              </p14:xfrm>
            </p:contentPart>
          </mc:Choice>
          <mc:Fallback>
            <p:pic>
              <p:nvPicPr>
                <p:cNvPr id="12382" name="Ink 12381">
                  <a:extLst>
                    <a:ext uri="{FF2B5EF4-FFF2-40B4-BE49-F238E27FC236}">
                      <a16:creationId xmlns:a16="http://schemas.microsoft.com/office/drawing/2014/main" id="{EC369569-52B4-8610-2578-F81C6BFF8D7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860124" y="4030651"/>
                  <a:ext cx="146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2383" name="Ink 12382">
                  <a:extLst>
                    <a:ext uri="{FF2B5EF4-FFF2-40B4-BE49-F238E27FC236}">
                      <a16:creationId xmlns:a16="http://schemas.microsoft.com/office/drawing/2014/main" id="{1176DA3C-8044-C821-70D3-9B1E725B9CC9}"/>
                    </a:ext>
                  </a:extLst>
                </p14:cNvPr>
                <p14:cNvContentPartPr/>
                <p14:nvPr/>
              </p14:nvContentPartPr>
              <p14:xfrm>
                <a:off x="7033284" y="4021291"/>
                <a:ext cx="70560" cy="99000"/>
              </p14:xfrm>
            </p:contentPart>
          </mc:Choice>
          <mc:Fallback>
            <p:pic>
              <p:nvPicPr>
                <p:cNvPr id="12383" name="Ink 12382">
                  <a:extLst>
                    <a:ext uri="{FF2B5EF4-FFF2-40B4-BE49-F238E27FC236}">
                      <a16:creationId xmlns:a16="http://schemas.microsoft.com/office/drawing/2014/main" id="{1176DA3C-8044-C821-70D3-9B1E725B9CC9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024644" y="4012291"/>
                  <a:ext cx="88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2384" name="Ink 12383">
                  <a:extLst>
                    <a:ext uri="{FF2B5EF4-FFF2-40B4-BE49-F238E27FC236}">
                      <a16:creationId xmlns:a16="http://schemas.microsoft.com/office/drawing/2014/main" id="{B12B1F32-03BD-6759-862E-D26502672B2A}"/>
                    </a:ext>
                  </a:extLst>
                </p14:cNvPr>
                <p14:cNvContentPartPr/>
                <p14:nvPr/>
              </p14:nvContentPartPr>
              <p14:xfrm>
                <a:off x="7175124" y="4011931"/>
                <a:ext cx="134640" cy="94680"/>
              </p14:xfrm>
            </p:contentPart>
          </mc:Choice>
          <mc:Fallback>
            <p:pic>
              <p:nvPicPr>
                <p:cNvPr id="12384" name="Ink 12383">
                  <a:extLst>
                    <a:ext uri="{FF2B5EF4-FFF2-40B4-BE49-F238E27FC236}">
                      <a16:creationId xmlns:a16="http://schemas.microsoft.com/office/drawing/2014/main" id="{B12B1F32-03BD-6759-862E-D26502672B2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166124" y="4003291"/>
                  <a:ext cx="1522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2385" name="Ink 12384">
                  <a:extLst>
                    <a:ext uri="{FF2B5EF4-FFF2-40B4-BE49-F238E27FC236}">
                      <a16:creationId xmlns:a16="http://schemas.microsoft.com/office/drawing/2014/main" id="{D3B74C7F-73ED-3993-8992-3D8C446665D3}"/>
                    </a:ext>
                  </a:extLst>
                </p14:cNvPr>
                <p14:cNvContentPartPr/>
                <p14:nvPr/>
              </p14:nvContentPartPr>
              <p14:xfrm>
                <a:off x="7326324" y="4019131"/>
                <a:ext cx="156960" cy="250200"/>
              </p14:xfrm>
            </p:contentPart>
          </mc:Choice>
          <mc:Fallback>
            <p:pic>
              <p:nvPicPr>
                <p:cNvPr id="12385" name="Ink 12384">
                  <a:extLst>
                    <a:ext uri="{FF2B5EF4-FFF2-40B4-BE49-F238E27FC236}">
                      <a16:creationId xmlns:a16="http://schemas.microsoft.com/office/drawing/2014/main" id="{D3B74C7F-73ED-3993-8992-3D8C446665D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317684" y="4010131"/>
                  <a:ext cx="1746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2386" name="Ink 12385">
                  <a:extLst>
                    <a:ext uri="{FF2B5EF4-FFF2-40B4-BE49-F238E27FC236}">
                      <a16:creationId xmlns:a16="http://schemas.microsoft.com/office/drawing/2014/main" id="{594B9703-DDE3-71F5-5811-34217DE1DF3F}"/>
                    </a:ext>
                  </a:extLst>
                </p14:cNvPr>
                <p14:cNvContentPartPr/>
                <p14:nvPr/>
              </p14:nvContentPartPr>
              <p14:xfrm>
                <a:off x="7495524" y="3981331"/>
                <a:ext cx="237600" cy="96840"/>
              </p14:xfrm>
            </p:contentPart>
          </mc:Choice>
          <mc:Fallback>
            <p:pic>
              <p:nvPicPr>
                <p:cNvPr id="12386" name="Ink 12385">
                  <a:extLst>
                    <a:ext uri="{FF2B5EF4-FFF2-40B4-BE49-F238E27FC236}">
                      <a16:creationId xmlns:a16="http://schemas.microsoft.com/office/drawing/2014/main" id="{594B9703-DDE3-71F5-5811-34217DE1DF3F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486884" y="3972331"/>
                  <a:ext cx="2552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2387" name="Ink 12386">
                  <a:extLst>
                    <a:ext uri="{FF2B5EF4-FFF2-40B4-BE49-F238E27FC236}">
                      <a16:creationId xmlns:a16="http://schemas.microsoft.com/office/drawing/2014/main" id="{0CE4C033-0B71-B3E3-4C8F-0C0B3F54040D}"/>
                    </a:ext>
                  </a:extLst>
                </p14:cNvPr>
                <p14:cNvContentPartPr/>
                <p14:nvPr/>
              </p14:nvContentPartPr>
              <p14:xfrm>
                <a:off x="7769124" y="3967651"/>
                <a:ext cx="70200" cy="91440"/>
              </p14:xfrm>
            </p:contentPart>
          </mc:Choice>
          <mc:Fallback>
            <p:pic>
              <p:nvPicPr>
                <p:cNvPr id="12387" name="Ink 12386">
                  <a:extLst>
                    <a:ext uri="{FF2B5EF4-FFF2-40B4-BE49-F238E27FC236}">
                      <a16:creationId xmlns:a16="http://schemas.microsoft.com/office/drawing/2014/main" id="{0CE4C033-0B71-B3E3-4C8F-0C0B3F54040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760484" y="3959011"/>
                  <a:ext cx="878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2388" name="Ink 12387">
                  <a:extLst>
                    <a:ext uri="{FF2B5EF4-FFF2-40B4-BE49-F238E27FC236}">
                      <a16:creationId xmlns:a16="http://schemas.microsoft.com/office/drawing/2014/main" id="{A5C7B0B8-9F0E-4858-1EA0-7B41F709BAC4}"/>
                    </a:ext>
                  </a:extLst>
                </p14:cNvPr>
                <p14:cNvContentPartPr/>
                <p14:nvPr/>
              </p14:nvContentPartPr>
              <p14:xfrm>
                <a:off x="7907004" y="3960091"/>
                <a:ext cx="37440" cy="93600"/>
              </p14:xfrm>
            </p:contentPart>
          </mc:Choice>
          <mc:Fallback>
            <p:pic>
              <p:nvPicPr>
                <p:cNvPr id="12388" name="Ink 12387">
                  <a:extLst>
                    <a:ext uri="{FF2B5EF4-FFF2-40B4-BE49-F238E27FC236}">
                      <a16:creationId xmlns:a16="http://schemas.microsoft.com/office/drawing/2014/main" id="{A5C7B0B8-9F0E-4858-1EA0-7B41F709BAC4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898004" y="3951451"/>
                  <a:ext cx="550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2389" name="Ink 12388">
                  <a:extLst>
                    <a:ext uri="{FF2B5EF4-FFF2-40B4-BE49-F238E27FC236}">
                      <a16:creationId xmlns:a16="http://schemas.microsoft.com/office/drawing/2014/main" id="{EF452E63-987D-18F1-0C52-EE647D1D9B41}"/>
                    </a:ext>
                  </a:extLst>
                </p14:cNvPr>
                <p14:cNvContentPartPr/>
                <p14:nvPr/>
              </p14:nvContentPartPr>
              <p14:xfrm>
                <a:off x="7966404" y="4002931"/>
                <a:ext cx="1800" cy="32040"/>
              </p14:xfrm>
            </p:contentPart>
          </mc:Choice>
          <mc:Fallback>
            <p:pic>
              <p:nvPicPr>
                <p:cNvPr id="12389" name="Ink 12388">
                  <a:extLst>
                    <a:ext uri="{FF2B5EF4-FFF2-40B4-BE49-F238E27FC236}">
                      <a16:creationId xmlns:a16="http://schemas.microsoft.com/office/drawing/2014/main" id="{EF452E63-987D-18F1-0C52-EE647D1D9B41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957404" y="3994291"/>
                  <a:ext cx="19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2390" name="Ink 12389">
                  <a:extLst>
                    <a:ext uri="{FF2B5EF4-FFF2-40B4-BE49-F238E27FC236}">
                      <a16:creationId xmlns:a16="http://schemas.microsoft.com/office/drawing/2014/main" id="{F093157B-35BC-A117-626F-56B1B4229A00}"/>
                    </a:ext>
                  </a:extLst>
                </p14:cNvPr>
                <p14:cNvContentPartPr/>
                <p14:nvPr/>
              </p14:nvContentPartPr>
              <p14:xfrm>
                <a:off x="8032644" y="3980251"/>
                <a:ext cx="145440" cy="177120"/>
              </p14:xfrm>
            </p:contentPart>
          </mc:Choice>
          <mc:Fallback>
            <p:pic>
              <p:nvPicPr>
                <p:cNvPr id="12390" name="Ink 12389">
                  <a:extLst>
                    <a:ext uri="{FF2B5EF4-FFF2-40B4-BE49-F238E27FC236}">
                      <a16:creationId xmlns:a16="http://schemas.microsoft.com/office/drawing/2014/main" id="{F093157B-35BC-A117-626F-56B1B4229A00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023644" y="3971251"/>
                  <a:ext cx="16308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95" name="Group 12394">
            <a:extLst>
              <a:ext uri="{FF2B5EF4-FFF2-40B4-BE49-F238E27FC236}">
                <a16:creationId xmlns:a16="http://schemas.microsoft.com/office/drawing/2014/main" id="{0186898B-6548-1C34-50D0-C4AD3EF40D1B}"/>
              </a:ext>
            </a:extLst>
          </p:cNvPr>
          <p:cNvGrpSpPr/>
          <p:nvPr/>
        </p:nvGrpSpPr>
        <p:grpSpPr>
          <a:xfrm>
            <a:off x="9954804" y="3875851"/>
            <a:ext cx="462960" cy="237600"/>
            <a:chOff x="8430804" y="3875851"/>
            <a:chExt cx="462960" cy="23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2392" name="Ink 12391">
                  <a:extLst>
                    <a:ext uri="{FF2B5EF4-FFF2-40B4-BE49-F238E27FC236}">
                      <a16:creationId xmlns:a16="http://schemas.microsoft.com/office/drawing/2014/main" id="{74860F7D-56DE-FBC1-2B5D-7E928612F39B}"/>
                    </a:ext>
                  </a:extLst>
                </p14:cNvPr>
                <p14:cNvContentPartPr/>
                <p14:nvPr/>
              </p14:nvContentPartPr>
              <p14:xfrm>
                <a:off x="8430804" y="3920131"/>
                <a:ext cx="22680" cy="127440"/>
              </p14:xfrm>
            </p:contentPart>
          </mc:Choice>
          <mc:Fallback>
            <p:pic>
              <p:nvPicPr>
                <p:cNvPr id="12392" name="Ink 12391">
                  <a:extLst>
                    <a:ext uri="{FF2B5EF4-FFF2-40B4-BE49-F238E27FC236}">
                      <a16:creationId xmlns:a16="http://schemas.microsoft.com/office/drawing/2014/main" id="{74860F7D-56DE-FBC1-2B5D-7E928612F39B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422164" y="3911491"/>
                  <a:ext cx="403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2393" name="Ink 12392">
                  <a:extLst>
                    <a:ext uri="{FF2B5EF4-FFF2-40B4-BE49-F238E27FC236}">
                      <a16:creationId xmlns:a16="http://schemas.microsoft.com/office/drawing/2014/main" id="{8797137C-71C7-9E72-2411-17C49505035A}"/>
                    </a:ext>
                  </a:extLst>
                </p14:cNvPr>
                <p14:cNvContentPartPr/>
                <p14:nvPr/>
              </p14:nvContentPartPr>
              <p14:xfrm>
                <a:off x="8550324" y="4026691"/>
                <a:ext cx="17280" cy="86760"/>
              </p14:xfrm>
            </p:contentPart>
          </mc:Choice>
          <mc:Fallback>
            <p:pic>
              <p:nvPicPr>
                <p:cNvPr id="12393" name="Ink 12392">
                  <a:extLst>
                    <a:ext uri="{FF2B5EF4-FFF2-40B4-BE49-F238E27FC236}">
                      <a16:creationId xmlns:a16="http://schemas.microsoft.com/office/drawing/2014/main" id="{8797137C-71C7-9E72-2411-17C49505035A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541324" y="4017691"/>
                  <a:ext cx="349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2394" name="Ink 12393">
                  <a:extLst>
                    <a:ext uri="{FF2B5EF4-FFF2-40B4-BE49-F238E27FC236}">
                      <a16:creationId xmlns:a16="http://schemas.microsoft.com/office/drawing/2014/main" id="{7573DBDA-CCEC-206E-104E-43E25DC50EB2}"/>
                    </a:ext>
                  </a:extLst>
                </p14:cNvPr>
                <p14:cNvContentPartPr/>
                <p14:nvPr/>
              </p14:nvContentPartPr>
              <p14:xfrm>
                <a:off x="8652564" y="3875851"/>
                <a:ext cx="241200" cy="149040"/>
              </p14:xfrm>
            </p:contentPart>
          </mc:Choice>
          <mc:Fallback>
            <p:pic>
              <p:nvPicPr>
                <p:cNvPr id="12394" name="Ink 12393">
                  <a:extLst>
                    <a:ext uri="{FF2B5EF4-FFF2-40B4-BE49-F238E27FC236}">
                      <a16:creationId xmlns:a16="http://schemas.microsoft.com/office/drawing/2014/main" id="{7573DBDA-CCEC-206E-104E-43E25DC50EB2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643564" y="3866851"/>
                  <a:ext cx="258840" cy="166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76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Microsoft Equation 3.0</vt:lpstr>
      <vt:lpstr>VISIO 5 Drawing</vt:lpstr>
      <vt:lpstr>MathType 7.0 Equation</vt:lpstr>
      <vt:lpstr>PowerPoint Presentation</vt:lpstr>
      <vt:lpstr>PowerPoint Presentation</vt:lpstr>
      <vt:lpstr>Bode plot of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Gopinatha Pillai</dc:creator>
  <cp:lastModifiedBy>Gopinatha Pillai</cp:lastModifiedBy>
  <cp:revision>1</cp:revision>
  <dcterms:created xsi:type="dcterms:W3CDTF">2026-08-15T12:09:36Z</dcterms:created>
  <dcterms:modified xsi:type="dcterms:W3CDTF">2026-08-15T12:14:48Z</dcterms:modified>
</cp:coreProperties>
</file>