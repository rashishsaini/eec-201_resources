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262" autoAdjust="0"/>
    <p:restoredTop sz="94660"/>
  </p:normalViewPr>
  <p:slideViewPr>
    <p:cSldViewPr snapToGrid="0">
      <p:cViewPr varScale="1">
        <p:scale>
          <a:sx n="88" d="100"/>
          <a:sy n="88" d="100"/>
        </p:scale>
        <p:origin x="69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43FB0-BF1B-93E5-FA7C-6086923F3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CF2525-FCC7-2CF5-1473-116E5F80ED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ED62ED-2F9F-9E07-AAB2-4D8CE260B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0D01-45D9-455F-8EB1-A9EBD453686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EF23F-6903-176D-F21B-3DB39CD3A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4152E-44CF-1A2B-3BCD-7689A0C3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0812-A491-419B-8A7A-0E564C91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570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23D4-0181-25CB-15F5-B9EFA1A7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2323E-3106-9F08-4302-B61111A12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DA7F18-BCFA-F2B0-CDF6-FA964E950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0D01-45D9-455F-8EB1-A9EBD453686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3CF0C2-F6EC-F53E-7570-3797B854F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4E35B-D14B-BA54-B0C0-234B591B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0812-A491-419B-8A7A-0E564C91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220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0A8E8-97BD-1A7E-17E6-0788A8865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BF23AB-92E2-F2B1-34C3-155E213775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829F0-7BF3-2500-2C41-B49FBCBC8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0D01-45D9-455F-8EB1-A9EBD453686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D6AC8-9A63-4C31-FA1D-0F4E28AD2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7E0B-2C9A-7710-0F18-FB6996312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0812-A491-419B-8A7A-0E564C91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873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F828E-C191-FB7C-877F-2F1E342AB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30295-A8F9-CF95-D131-548E0F39C9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17E2A-9CFD-F98C-877E-F642605E1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4D9FC-0959-FCD9-8CF1-07FA3E828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0D01-45D9-455F-8EB1-A9EBD453686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89AC2-A2AF-F227-F9D2-35933498B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452712-7C13-6E6D-1DD4-CAEB7D677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0812-A491-419B-8A7A-0E564C91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744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A9B49-EE6E-97CA-01E0-E236C77D5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2FA5CC-B3F5-1F05-8E7C-57E2BA2EC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7CBF18-DA9B-D3F1-EF01-AB67A6661F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FA0C60-65F0-3CC3-E7F9-4390CFC08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DF2880-84D0-96D7-8302-E2C73189A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C948F9-633F-AB00-D891-C47C19E1A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0D01-45D9-455F-8EB1-A9EBD453686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B9FB79-194A-A50A-32A8-3DAAA6B15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788A7E-9924-B961-CA0F-4DEBC5490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0812-A491-419B-8A7A-0E564C91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2769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65B4C-9EE0-73F3-0946-F4411D713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0A7566-1E1A-7C5D-B68C-65D0C1460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0D01-45D9-455F-8EB1-A9EBD453686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245670-2CA5-E04A-64E1-0C45210BB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53EEEE-A2B6-665B-35B6-B95D5D6A4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0812-A491-419B-8A7A-0E564C91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60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7CE6D9-3D82-02BF-B73F-38E062D83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0D01-45D9-455F-8EB1-A9EBD453686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36365-39BA-03EC-2C0C-04685896E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491E44-04AB-7399-05C7-7596AD116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0812-A491-419B-8A7A-0E564C91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198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80C8E-3C10-C484-1C54-E6432BAAC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6809C-3375-249F-DFFA-2EC28C690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0F884-2DB3-E7CD-A29D-C9B00A8B4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599E3-2756-89D9-4A28-ED7D42B34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0D01-45D9-455F-8EB1-A9EBD453686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3DF06-504D-6535-18BA-740DEC290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E3689D-7698-D160-E08C-E60C281F1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0812-A491-419B-8A7A-0E564C91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634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93362-E61F-671D-B06B-32B81EFA6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BD7590-5E0E-9E3A-8421-2F4CFCAC8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CD7260-9382-FC88-500D-95E62546BA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7BB752-AAD5-509C-DD08-AAFBE74AC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0D01-45D9-455F-8EB1-A9EBD453686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7735E-BE14-E8DD-3FBA-FE82BAA6D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42BF4-576A-02F7-78B2-85E1E567D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0812-A491-419B-8A7A-0E564C91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718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A89CE-4376-DD03-1500-976D7D23E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EA4399-FEB6-4029-0E9B-57D7B683B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BB10C-EE8A-1EF0-0FE6-1841DA14A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0D01-45D9-455F-8EB1-A9EBD453686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B81D0-16CE-105B-10E6-F24583D0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D2EAB-5E9A-A260-10FE-C2BC3A158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0812-A491-419B-8A7A-0E564C91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776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821781-25A6-630C-53A4-EBB0E9EF24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2A742-D7C8-4B1E-9235-30A2DDF74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5379C-54F5-40B3-6ACC-744E9E3FD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80D01-45D9-455F-8EB1-A9EBD453686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78329-739D-AABF-BCE7-13C393230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529AF-4769-8403-DCBA-0F7ED6E4D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30812-A491-419B-8A7A-0E564C91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417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A9E907-286F-8272-602D-34CE4FAC0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D2320-76C2-C1A5-BA04-F668C4955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30F83-4FAE-4DA1-1637-20564231FF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B80D01-45D9-455F-8EB1-A9EBD4536861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4A28B-6DCC-D09E-D6DD-32C90F0A7C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55374-054D-9986-3631-F8E06D2D9D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830812-A491-419B-8A7A-0E564C91C1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2142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F06DC7-E70B-1EE6-1AC0-945FDC1FD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387" y="0"/>
            <a:ext cx="53472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75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477426-5778-38F4-ED09-4834605DB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01" y="98591"/>
            <a:ext cx="5943643" cy="581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1041B6-F912-F6CD-501E-3EADCA7C0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6" y="871578"/>
            <a:ext cx="5934061" cy="28832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2F9A62-97CE-4343-8AA8-CFF5EB2772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3774" y="1034675"/>
            <a:ext cx="2000265" cy="7905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5CF0F7-65D4-3297-40C4-A522B245DE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148" y="2267487"/>
            <a:ext cx="2724530" cy="10097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840806-6D5C-BABA-8F98-8AFACF34AD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9227" y="3218527"/>
            <a:ext cx="6410372" cy="307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565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92523B-D1E2-F750-5509-4DDC2E3BA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099" y="877109"/>
            <a:ext cx="9572695" cy="6096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8A7AAA-1D18-44C8-6900-9F2F8C87E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864" y="1852601"/>
            <a:ext cx="6372272" cy="315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902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Gopinatha Pillai</dc:creator>
  <cp:lastModifiedBy>Gopinatha Pillai</cp:lastModifiedBy>
  <cp:revision>2</cp:revision>
  <dcterms:created xsi:type="dcterms:W3CDTF">2026-08-12T05:58:24Z</dcterms:created>
  <dcterms:modified xsi:type="dcterms:W3CDTF">2026-08-12T08:23:26Z</dcterms:modified>
</cp:coreProperties>
</file>